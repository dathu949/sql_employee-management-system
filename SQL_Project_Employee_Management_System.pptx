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60" r:id="rId5"/>
    <p:sldId id="261" r:id="rId6"/>
    <p:sldId id="262" r:id="rId7"/>
    <p:sldId id="275" r:id="rId8"/>
    <p:sldId id="276" r:id="rId9"/>
    <p:sldId id="277" r:id="rId10"/>
    <p:sldId id="267" r:id="rId11"/>
    <p:sldId id="278" r:id="rId12"/>
    <p:sldId id="266" r:id="rId13"/>
    <p:sldId id="279" r:id="rId14"/>
    <p:sldId id="269" r:id="rId15"/>
    <p:sldId id="280" r:id="rId16"/>
    <p:sldId id="281" r:id="rId17"/>
    <p:sldId id="271" r:id="rId18"/>
    <p:sldId id="286" r:id="rId19"/>
    <p:sldId id="268" r:id="rId20"/>
    <p:sldId id="270" r:id="rId21"/>
    <p:sldId id="283" r:id="rId22"/>
    <p:sldId id="273" r:id="rId23"/>
    <p:sldId id="284" r:id="rId24"/>
    <p:sldId id="274" r:id="rId25"/>
    <p:sldId id="285" r:id="rId26"/>
    <p:sldId id="263" r:id="rId27"/>
    <p:sldId id="264" r:id="rId28"/>
    <p:sldId id="265" r:id="rId29"/>
    <p:sldId id="259" r:id="rId30"/>
  </p:sldIdLst>
  <p:sldSz cx="12192000" cy="6858000"/>
  <p:notesSz cx="6858000" cy="9144000"/>
  <p:embeddedFontLst>
    <p:embeddedFont>
      <p:font typeface="Lato Black" panose="020F0502020204030203" pitchFamily="34" charset="0"/>
      <p:bold r:id="rId32"/>
      <p:boldItalic r:id="rId33"/>
    </p:embeddedFont>
    <p:embeddedFont>
      <p:font typeface="Libre Baskerville" panose="02000000000000000000" pitchFamily="2" charset="0"/>
      <p:regular r:id="rId34"/>
      <p:bold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37936A-2C33-40B7-BEF2-3BC3F2E847DC}" v="53" dt="2026-01-20T12:31:04.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56" autoAdjust="0"/>
    <p:restoredTop sz="94660"/>
  </p:normalViewPr>
  <p:slideViewPr>
    <p:cSldViewPr snapToGrid="0">
      <p:cViewPr varScale="1">
        <p:scale>
          <a:sx n="65" d="100"/>
          <a:sy n="65" d="100"/>
        </p:scale>
        <p:origin x="3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avaraju sreepada Dathu" userId="419b124929792d04" providerId="LiveId" clId="{967221E3-367A-49BA-935A-4715D5F4B477}"/>
    <pc:docChg chg="undo custSel addSld delSld modSld sldOrd">
      <pc:chgData name="Basavaraju sreepada Dathu" userId="419b124929792d04" providerId="LiveId" clId="{967221E3-367A-49BA-935A-4715D5F4B477}" dt="2026-01-20T12:32:58.713" v="2253" actId="20577"/>
      <pc:docMkLst>
        <pc:docMk/>
      </pc:docMkLst>
      <pc:sldChg chg="modSp mod">
        <pc:chgData name="Basavaraju sreepada Dathu" userId="419b124929792d04" providerId="LiveId" clId="{967221E3-367A-49BA-935A-4715D5F4B477}" dt="2026-01-08T10:28:25.474" v="1488" actId="207"/>
        <pc:sldMkLst>
          <pc:docMk/>
          <pc:sldMk cId="0" sldId="256"/>
        </pc:sldMkLst>
        <pc:spChg chg="mod">
          <ac:chgData name="Basavaraju sreepada Dathu" userId="419b124929792d04" providerId="LiveId" clId="{967221E3-367A-49BA-935A-4715D5F4B477}" dt="2026-01-08T10:28:25.474" v="1488" actId="207"/>
          <ac:spMkLst>
            <pc:docMk/>
            <pc:sldMk cId="0" sldId="256"/>
            <ac:spMk id="99" creationId="{00000000-0000-0000-0000-000000000000}"/>
          </ac:spMkLst>
        </pc:spChg>
      </pc:sldChg>
      <pc:sldChg chg="modSp mod">
        <pc:chgData name="Basavaraju sreepada Dathu" userId="419b124929792d04" providerId="LiveId" clId="{967221E3-367A-49BA-935A-4715D5F4B477}" dt="2026-01-20T12:32:58.713" v="2253" actId="20577"/>
        <pc:sldMkLst>
          <pc:docMk/>
          <pc:sldMk cId="0" sldId="257"/>
        </pc:sldMkLst>
        <pc:spChg chg="mod">
          <ac:chgData name="Basavaraju sreepada Dathu" userId="419b124929792d04" providerId="LiveId" clId="{967221E3-367A-49BA-935A-4715D5F4B477}" dt="2026-01-20T12:32:58.713" v="2253" actId="20577"/>
          <ac:spMkLst>
            <pc:docMk/>
            <pc:sldMk cId="0" sldId="257"/>
            <ac:spMk id="104" creationId="{00000000-0000-0000-0000-000000000000}"/>
          </ac:spMkLst>
        </pc:spChg>
      </pc:sldChg>
      <pc:sldChg chg="addSp delSp modSp mod">
        <pc:chgData name="Basavaraju sreepada Dathu" userId="419b124929792d04" providerId="LiveId" clId="{967221E3-367A-49BA-935A-4715D5F4B477}" dt="2026-01-08T08:27:57.719" v="242" actId="14100"/>
        <pc:sldMkLst>
          <pc:docMk/>
          <pc:sldMk cId="2715231256" sldId="262"/>
        </pc:sldMkLst>
        <pc:spChg chg="mod">
          <ac:chgData name="Basavaraju sreepada Dathu" userId="419b124929792d04" providerId="LiveId" clId="{967221E3-367A-49BA-935A-4715D5F4B477}" dt="2026-01-07T17:29:18.412" v="225" actId="207"/>
          <ac:spMkLst>
            <pc:docMk/>
            <pc:sldMk cId="2715231256" sldId="262"/>
            <ac:spMk id="3" creationId="{F54DCF6A-8BE4-4F93-1FCF-1A32A80706D9}"/>
          </ac:spMkLst>
        </pc:spChg>
        <pc:picChg chg="add mod">
          <ac:chgData name="Basavaraju sreepada Dathu" userId="419b124929792d04" providerId="LiveId" clId="{967221E3-367A-49BA-935A-4715D5F4B477}" dt="2026-01-08T08:27:57.719" v="242" actId="14100"/>
          <ac:picMkLst>
            <pc:docMk/>
            <pc:sldMk cId="2715231256" sldId="262"/>
            <ac:picMk id="5" creationId="{4DA19E6D-F780-1D2D-9CF8-DBAE05BCCFE2}"/>
          </ac:picMkLst>
        </pc:picChg>
      </pc:sldChg>
      <pc:sldChg chg="addSp delSp modSp mod">
        <pc:chgData name="Basavaraju sreepada Dathu" userId="419b124929792d04" providerId="LiveId" clId="{967221E3-367A-49BA-935A-4715D5F4B477}" dt="2026-01-08T10:09:30.081" v="1121" actId="27636"/>
        <pc:sldMkLst>
          <pc:docMk/>
          <pc:sldMk cId="1278950120" sldId="263"/>
        </pc:sldMkLst>
        <pc:spChg chg="mod">
          <ac:chgData name="Basavaraju sreepada Dathu" userId="419b124929792d04" providerId="LiveId" clId="{967221E3-367A-49BA-935A-4715D5F4B477}" dt="2026-01-08T10:09:30.081" v="1121" actId="27636"/>
          <ac:spMkLst>
            <pc:docMk/>
            <pc:sldMk cId="1278950120" sldId="263"/>
            <ac:spMk id="3" creationId="{3088BDB1-C628-3E90-0BBD-828D7231EEC5}"/>
          </ac:spMkLst>
        </pc:spChg>
      </pc:sldChg>
      <pc:sldChg chg="modSp mod">
        <pc:chgData name="Basavaraju sreepada Dathu" userId="419b124929792d04" providerId="LiveId" clId="{967221E3-367A-49BA-935A-4715D5F4B477}" dt="2026-01-08T10:14:50.243" v="1290" actId="20577"/>
        <pc:sldMkLst>
          <pc:docMk/>
          <pc:sldMk cId="2020120865" sldId="264"/>
        </pc:sldMkLst>
        <pc:spChg chg="mod">
          <ac:chgData name="Basavaraju sreepada Dathu" userId="419b124929792d04" providerId="LiveId" clId="{967221E3-367A-49BA-935A-4715D5F4B477}" dt="2026-01-08T10:14:50.243" v="1290" actId="20577"/>
          <ac:spMkLst>
            <pc:docMk/>
            <pc:sldMk cId="2020120865" sldId="264"/>
            <ac:spMk id="3" creationId="{E48F1372-0C18-0269-C8C7-3A9B41232B38}"/>
          </ac:spMkLst>
        </pc:spChg>
      </pc:sldChg>
      <pc:sldChg chg="modSp mod">
        <pc:chgData name="Basavaraju sreepada Dathu" userId="419b124929792d04" providerId="LiveId" clId="{967221E3-367A-49BA-935A-4715D5F4B477}" dt="2026-01-08T10:18:00.345" v="1405" actId="20577"/>
        <pc:sldMkLst>
          <pc:docMk/>
          <pc:sldMk cId="3899829715" sldId="265"/>
        </pc:sldMkLst>
        <pc:spChg chg="mod">
          <ac:chgData name="Basavaraju sreepada Dathu" userId="419b124929792d04" providerId="LiveId" clId="{967221E3-367A-49BA-935A-4715D5F4B477}" dt="2026-01-08T10:18:00.345" v="1405" actId="20577"/>
          <ac:spMkLst>
            <pc:docMk/>
            <pc:sldMk cId="3899829715" sldId="265"/>
            <ac:spMk id="3" creationId="{4C512F1B-F677-0F46-76AB-617096F5C2F7}"/>
          </ac:spMkLst>
        </pc:spChg>
      </pc:sldChg>
      <pc:sldChg chg="addSp delSp modSp new mod">
        <pc:chgData name="Basavaraju sreepada Dathu" userId="419b124929792d04" providerId="LiveId" clId="{967221E3-367A-49BA-935A-4715D5F4B477}" dt="2026-01-08T08:41:51.835" v="283" actId="14100"/>
        <pc:sldMkLst>
          <pc:docMk/>
          <pc:sldMk cId="2229939211" sldId="266"/>
        </pc:sldMkLst>
        <pc:picChg chg="add mod">
          <ac:chgData name="Basavaraju sreepada Dathu" userId="419b124929792d04" providerId="LiveId" clId="{967221E3-367A-49BA-935A-4715D5F4B477}" dt="2026-01-08T08:41:51.835" v="283" actId="14100"/>
          <ac:picMkLst>
            <pc:docMk/>
            <pc:sldMk cId="2229939211" sldId="266"/>
            <ac:picMk id="2" creationId="{8E107057-762B-0026-30B1-395266D9A977}"/>
          </ac:picMkLst>
        </pc:picChg>
      </pc:sldChg>
      <pc:sldChg chg="addSp delSp modSp new mod ord">
        <pc:chgData name="Basavaraju sreepada Dathu" userId="419b124929792d04" providerId="LiveId" clId="{967221E3-367A-49BA-935A-4715D5F4B477}" dt="2026-01-08T08:34:25.785" v="277" actId="14100"/>
        <pc:sldMkLst>
          <pc:docMk/>
          <pc:sldMk cId="616934642" sldId="267"/>
        </pc:sldMkLst>
        <pc:spChg chg="mod">
          <ac:chgData name="Basavaraju sreepada Dathu" userId="419b124929792d04" providerId="LiveId" clId="{967221E3-367A-49BA-935A-4715D5F4B477}" dt="2026-01-07T16:47:24.237" v="90" actId="207"/>
          <ac:spMkLst>
            <pc:docMk/>
            <pc:sldMk cId="616934642" sldId="267"/>
            <ac:spMk id="2" creationId="{D61C59C2-AD36-02E2-5C32-4BBD07B90874}"/>
          </ac:spMkLst>
        </pc:spChg>
        <pc:spChg chg="mod">
          <ac:chgData name="Basavaraju sreepada Dathu" userId="419b124929792d04" providerId="LiveId" clId="{967221E3-367A-49BA-935A-4715D5F4B477}" dt="2026-01-07T16:46:09.332" v="37" actId="14100"/>
          <ac:spMkLst>
            <pc:docMk/>
            <pc:sldMk cId="616934642" sldId="267"/>
            <ac:spMk id="3" creationId="{0EF5F201-9618-2E55-5B54-C7B4514E5F1B}"/>
          </ac:spMkLst>
        </pc:spChg>
        <pc:picChg chg="add mod">
          <ac:chgData name="Basavaraju sreepada Dathu" userId="419b124929792d04" providerId="LiveId" clId="{967221E3-367A-49BA-935A-4715D5F4B477}" dt="2026-01-08T08:34:25.785" v="277" actId="14100"/>
          <ac:picMkLst>
            <pc:docMk/>
            <pc:sldMk cId="616934642" sldId="267"/>
            <ac:picMk id="5" creationId="{751E034C-D079-70B8-FBD6-1FF50B0577B5}"/>
          </ac:picMkLst>
        </pc:picChg>
      </pc:sldChg>
      <pc:sldChg chg="addSp delSp modSp new mod">
        <pc:chgData name="Basavaraju sreepada Dathu" userId="419b124929792d04" providerId="LiveId" clId="{967221E3-367A-49BA-935A-4715D5F4B477}" dt="2026-01-08T09:11:29.937" v="343" actId="1076"/>
        <pc:sldMkLst>
          <pc:docMk/>
          <pc:sldMk cId="504431605" sldId="268"/>
        </pc:sldMkLst>
        <pc:picChg chg="add mod">
          <ac:chgData name="Basavaraju sreepada Dathu" userId="419b124929792d04" providerId="LiveId" clId="{967221E3-367A-49BA-935A-4715D5F4B477}" dt="2026-01-08T09:11:29.937" v="343" actId="1076"/>
          <ac:picMkLst>
            <pc:docMk/>
            <pc:sldMk cId="504431605" sldId="268"/>
            <ac:picMk id="7" creationId="{E31B5ADE-657C-D062-5E0E-7F04D70CEF5D}"/>
          </ac:picMkLst>
        </pc:picChg>
      </pc:sldChg>
      <pc:sldChg chg="addSp delSp modSp new mod ord">
        <pc:chgData name="Basavaraju sreepada Dathu" userId="419b124929792d04" providerId="LiveId" clId="{967221E3-367A-49BA-935A-4715D5F4B477}" dt="2026-01-08T08:47:43.788" v="300"/>
        <pc:sldMkLst>
          <pc:docMk/>
          <pc:sldMk cId="909143650" sldId="269"/>
        </pc:sldMkLst>
        <pc:spChg chg="mod">
          <ac:chgData name="Basavaraju sreepada Dathu" userId="419b124929792d04" providerId="LiveId" clId="{967221E3-367A-49BA-935A-4715D5F4B477}" dt="2026-01-07T17:01:19.768" v="113" actId="207"/>
          <ac:spMkLst>
            <pc:docMk/>
            <pc:sldMk cId="909143650" sldId="269"/>
            <ac:spMk id="2" creationId="{26CE59F5-EF79-4BA7-1CD2-208E94EFDCD2}"/>
          </ac:spMkLst>
        </pc:spChg>
        <pc:spChg chg="mod">
          <ac:chgData name="Basavaraju sreepada Dathu" userId="419b124929792d04" providerId="LiveId" clId="{967221E3-367A-49BA-935A-4715D5F4B477}" dt="2026-01-07T17:00:54.316" v="108" actId="14100"/>
          <ac:spMkLst>
            <pc:docMk/>
            <pc:sldMk cId="909143650" sldId="269"/>
            <ac:spMk id="3" creationId="{9494E843-0770-30FD-B241-035C49435BB5}"/>
          </ac:spMkLst>
        </pc:spChg>
        <pc:picChg chg="add mod">
          <ac:chgData name="Basavaraju sreepada Dathu" userId="419b124929792d04" providerId="LiveId" clId="{967221E3-367A-49BA-935A-4715D5F4B477}" dt="2026-01-08T08:47:07.884" v="294" actId="14100"/>
          <ac:picMkLst>
            <pc:docMk/>
            <pc:sldMk cId="909143650" sldId="269"/>
            <ac:picMk id="5" creationId="{326B6B8F-6699-0921-09F6-1506425E1D90}"/>
          </ac:picMkLst>
        </pc:picChg>
      </pc:sldChg>
      <pc:sldChg chg="addSp delSp modSp new mod">
        <pc:chgData name="Basavaraju sreepada Dathu" userId="419b124929792d04" providerId="LiveId" clId="{967221E3-367A-49BA-935A-4715D5F4B477}" dt="2026-01-08T09:22:27.839" v="374" actId="14100"/>
        <pc:sldMkLst>
          <pc:docMk/>
          <pc:sldMk cId="610557566" sldId="270"/>
        </pc:sldMkLst>
        <pc:picChg chg="add mod">
          <ac:chgData name="Basavaraju sreepada Dathu" userId="419b124929792d04" providerId="LiveId" clId="{967221E3-367A-49BA-935A-4715D5F4B477}" dt="2026-01-08T09:22:24.189" v="373" actId="14100"/>
          <ac:picMkLst>
            <pc:docMk/>
            <pc:sldMk cId="610557566" sldId="270"/>
            <ac:picMk id="8" creationId="{170672BC-310F-7B21-221B-6E8D1B5EADC7}"/>
          </ac:picMkLst>
        </pc:picChg>
        <pc:picChg chg="add mod">
          <ac:chgData name="Basavaraju sreepada Dathu" userId="419b124929792d04" providerId="LiveId" clId="{967221E3-367A-49BA-935A-4715D5F4B477}" dt="2026-01-08T09:22:27.839" v="374" actId="14100"/>
          <ac:picMkLst>
            <pc:docMk/>
            <pc:sldMk cId="610557566" sldId="270"/>
            <ac:picMk id="10" creationId="{1C78471B-DF15-69C6-B059-5EDCB22A399B}"/>
          </ac:picMkLst>
        </pc:picChg>
      </pc:sldChg>
      <pc:sldChg chg="addSp delSp modSp new mod ord">
        <pc:chgData name="Basavaraju sreepada Dathu" userId="419b124929792d04" providerId="LiveId" clId="{967221E3-367A-49BA-935A-4715D5F4B477}" dt="2026-01-08T08:49:50.764" v="324" actId="14100"/>
        <pc:sldMkLst>
          <pc:docMk/>
          <pc:sldMk cId="3741252841" sldId="271"/>
        </pc:sldMkLst>
        <pc:spChg chg="mod">
          <ac:chgData name="Basavaraju sreepada Dathu" userId="419b124929792d04" providerId="LiveId" clId="{967221E3-367A-49BA-935A-4715D5F4B477}" dt="2026-01-07T17:08:45.023" v="149" actId="207"/>
          <ac:spMkLst>
            <pc:docMk/>
            <pc:sldMk cId="3741252841" sldId="271"/>
            <ac:spMk id="2" creationId="{653AED7B-B831-3217-F770-7815737A4300}"/>
          </ac:spMkLst>
        </pc:spChg>
        <pc:spChg chg="mod">
          <ac:chgData name="Basavaraju sreepada Dathu" userId="419b124929792d04" providerId="LiveId" clId="{967221E3-367A-49BA-935A-4715D5F4B477}" dt="2026-01-07T17:08:19.459" v="145" actId="14100"/>
          <ac:spMkLst>
            <pc:docMk/>
            <pc:sldMk cId="3741252841" sldId="271"/>
            <ac:spMk id="3" creationId="{BBAEE211-EB21-45B4-E11C-175A07B5251D}"/>
          </ac:spMkLst>
        </pc:spChg>
        <pc:picChg chg="add mod">
          <ac:chgData name="Basavaraju sreepada Dathu" userId="419b124929792d04" providerId="LiveId" clId="{967221E3-367A-49BA-935A-4715D5F4B477}" dt="2026-01-08T08:49:50.764" v="324" actId="14100"/>
          <ac:picMkLst>
            <pc:docMk/>
            <pc:sldMk cId="3741252841" sldId="271"/>
            <ac:picMk id="5" creationId="{8309B387-503D-E097-4689-4F868BF0517B}"/>
          </ac:picMkLst>
        </pc:picChg>
      </pc:sldChg>
      <pc:sldChg chg="addSp delSp modSp new mod">
        <pc:chgData name="Basavaraju sreepada Dathu" userId="419b124929792d04" providerId="LiveId" clId="{967221E3-367A-49BA-935A-4715D5F4B477}" dt="2026-01-08T09:43:52.287" v="392" actId="21"/>
        <pc:sldMkLst>
          <pc:docMk/>
          <pc:sldMk cId="4177211744" sldId="273"/>
        </pc:sldMkLst>
        <pc:spChg chg="mod">
          <ac:chgData name="Basavaraju sreepada Dathu" userId="419b124929792d04" providerId="LiveId" clId="{967221E3-367A-49BA-935A-4715D5F4B477}" dt="2026-01-07T17:19:23.128" v="185" actId="207"/>
          <ac:spMkLst>
            <pc:docMk/>
            <pc:sldMk cId="4177211744" sldId="273"/>
            <ac:spMk id="2" creationId="{E71943D1-39FB-EC2D-86DC-7AF60A4C028A}"/>
          </ac:spMkLst>
        </pc:spChg>
        <pc:spChg chg="mod">
          <ac:chgData name="Basavaraju sreepada Dathu" userId="419b124929792d04" providerId="LiveId" clId="{967221E3-367A-49BA-935A-4715D5F4B477}" dt="2026-01-07T17:19:28.098" v="186" actId="14100"/>
          <ac:spMkLst>
            <pc:docMk/>
            <pc:sldMk cId="4177211744" sldId="273"/>
            <ac:spMk id="3" creationId="{795CDBA7-EA9C-CB87-8EEF-6EA9C272613D}"/>
          </ac:spMkLst>
        </pc:spChg>
        <pc:picChg chg="add mod">
          <ac:chgData name="Basavaraju sreepada Dathu" userId="419b124929792d04" providerId="LiveId" clId="{967221E3-367A-49BA-935A-4715D5F4B477}" dt="2026-01-07T17:21:48.362" v="202" actId="14100"/>
          <ac:picMkLst>
            <pc:docMk/>
            <pc:sldMk cId="4177211744" sldId="273"/>
            <ac:picMk id="5" creationId="{1C7D90CE-F1A8-26FA-A065-AC9E1242235F}"/>
          </ac:picMkLst>
        </pc:picChg>
      </pc:sldChg>
      <pc:sldChg chg="addSp delSp modSp new mod">
        <pc:chgData name="Basavaraju sreepada Dathu" userId="419b124929792d04" providerId="LiveId" clId="{967221E3-367A-49BA-935A-4715D5F4B477}" dt="2026-01-08T09:46:47.620" v="410" actId="14100"/>
        <pc:sldMkLst>
          <pc:docMk/>
          <pc:sldMk cId="2540656314" sldId="274"/>
        </pc:sldMkLst>
        <pc:picChg chg="add mod">
          <ac:chgData name="Basavaraju sreepada Dathu" userId="419b124929792d04" providerId="LiveId" clId="{967221E3-367A-49BA-935A-4715D5F4B477}" dt="2026-01-08T09:46:47.620" v="410" actId="14100"/>
          <ac:picMkLst>
            <pc:docMk/>
            <pc:sldMk cId="2540656314" sldId="274"/>
            <ac:picMk id="2" creationId="{0C30CAB1-E265-EB0E-7C5E-2CC0B1CF7DEC}"/>
          </ac:picMkLst>
        </pc:picChg>
      </pc:sldChg>
      <pc:sldChg chg="addSp modSp new mod">
        <pc:chgData name="Basavaraju sreepada Dathu" userId="419b124929792d04" providerId="LiveId" clId="{967221E3-367A-49BA-935A-4715D5F4B477}" dt="2026-01-08T08:28:12.744" v="245" actId="14100"/>
        <pc:sldMkLst>
          <pc:docMk/>
          <pc:sldMk cId="975593888" sldId="275"/>
        </pc:sldMkLst>
        <pc:picChg chg="add mod">
          <ac:chgData name="Basavaraju sreepada Dathu" userId="419b124929792d04" providerId="LiveId" clId="{967221E3-367A-49BA-935A-4715D5F4B477}" dt="2026-01-08T08:28:12.744" v="245" actId="14100"/>
          <ac:picMkLst>
            <pc:docMk/>
            <pc:sldMk cId="975593888" sldId="275"/>
            <ac:picMk id="7" creationId="{ECE0C6DB-AE40-7007-AEE1-5E358EEAC1C9}"/>
          </ac:picMkLst>
        </pc:picChg>
      </pc:sldChg>
      <pc:sldChg chg="addSp modSp new mod">
        <pc:chgData name="Basavaraju sreepada Dathu" userId="419b124929792d04" providerId="LiveId" clId="{967221E3-367A-49BA-935A-4715D5F4B477}" dt="2026-01-08T08:29:23.643" v="252" actId="14100"/>
        <pc:sldMkLst>
          <pc:docMk/>
          <pc:sldMk cId="3251756096" sldId="276"/>
        </pc:sldMkLst>
        <pc:picChg chg="add mod">
          <ac:chgData name="Basavaraju sreepada Dathu" userId="419b124929792d04" providerId="LiveId" clId="{967221E3-367A-49BA-935A-4715D5F4B477}" dt="2026-01-08T08:29:23.643" v="252" actId="14100"/>
          <ac:picMkLst>
            <pc:docMk/>
            <pc:sldMk cId="3251756096" sldId="276"/>
            <ac:picMk id="3" creationId="{3D7271D8-F364-27D7-25F8-007EBEBEEDF5}"/>
          </ac:picMkLst>
        </pc:picChg>
        <pc:picChg chg="add mod">
          <ac:chgData name="Basavaraju sreepada Dathu" userId="419b124929792d04" providerId="LiveId" clId="{967221E3-367A-49BA-935A-4715D5F4B477}" dt="2026-01-08T08:29:19.531" v="251" actId="14100"/>
          <ac:picMkLst>
            <pc:docMk/>
            <pc:sldMk cId="3251756096" sldId="276"/>
            <ac:picMk id="9" creationId="{5D20F68A-66D9-4864-6CF1-E32FDE5EA0D4}"/>
          </ac:picMkLst>
        </pc:picChg>
      </pc:sldChg>
      <pc:sldChg chg="addSp modSp new mod">
        <pc:chgData name="Basavaraju sreepada Dathu" userId="419b124929792d04" providerId="LiveId" clId="{967221E3-367A-49BA-935A-4715D5F4B477}" dt="2026-01-08T08:30:17.189" v="263" actId="14100"/>
        <pc:sldMkLst>
          <pc:docMk/>
          <pc:sldMk cId="2078938379" sldId="277"/>
        </pc:sldMkLst>
        <pc:picChg chg="add mod">
          <ac:chgData name="Basavaraju sreepada Dathu" userId="419b124929792d04" providerId="LiveId" clId="{967221E3-367A-49BA-935A-4715D5F4B477}" dt="2026-01-08T08:29:47.841" v="256" actId="14100"/>
          <ac:picMkLst>
            <pc:docMk/>
            <pc:sldMk cId="2078938379" sldId="277"/>
            <ac:picMk id="5" creationId="{094E64E2-F436-6F57-41F2-C683908F96A2}"/>
          </ac:picMkLst>
        </pc:picChg>
        <pc:picChg chg="add mod">
          <ac:chgData name="Basavaraju sreepada Dathu" userId="419b124929792d04" providerId="LiveId" clId="{967221E3-367A-49BA-935A-4715D5F4B477}" dt="2026-01-08T08:30:17.189" v="263" actId="14100"/>
          <ac:picMkLst>
            <pc:docMk/>
            <pc:sldMk cId="2078938379" sldId="277"/>
            <ac:picMk id="7" creationId="{98412F6D-709B-32BB-D309-E15AE0C9AED5}"/>
          </ac:picMkLst>
        </pc:picChg>
      </pc:sldChg>
      <pc:sldChg chg="addSp modSp new mod">
        <pc:chgData name="Basavaraju sreepada Dathu" userId="419b124929792d04" providerId="LiveId" clId="{967221E3-367A-49BA-935A-4715D5F4B477}" dt="2026-01-08T08:34:06.744" v="273" actId="14100"/>
        <pc:sldMkLst>
          <pc:docMk/>
          <pc:sldMk cId="2986985261" sldId="278"/>
        </pc:sldMkLst>
        <pc:picChg chg="add mod">
          <ac:chgData name="Basavaraju sreepada Dathu" userId="419b124929792d04" providerId="LiveId" clId="{967221E3-367A-49BA-935A-4715D5F4B477}" dt="2026-01-08T08:34:06.744" v="273" actId="14100"/>
          <ac:picMkLst>
            <pc:docMk/>
            <pc:sldMk cId="2986985261" sldId="278"/>
            <ac:picMk id="9" creationId="{B78467C9-6B28-3A6D-DDF7-D14E9488FC29}"/>
          </ac:picMkLst>
        </pc:picChg>
      </pc:sldChg>
      <pc:sldChg chg="addSp modSp new mod">
        <pc:chgData name="Basavaraju sreepada Dathu" userId="419b124929792d04" providerId="LiveId" clId="{967221E3-367A-49BA-935A-4715D5F4B477}" dt="2026-01-08T08:45:31.646" v="292" actId="14100"/>
        <pc:sldMkLst>
          <pc:docMk/>
          <pc:sldMk cId="2119392884" sldId="279"/>
        </pc:sldMkLst>
        <pc:picChg chg="add mod">
          <ac:chgData name="Basavaraju sreepada Dathu" userId="419b124929792d04" providerId="LiveId" clId="{967221E3-367A-49BA-935A-4715D5F4B477}" dt="2026-01-08T08:45:31.646" v="292" actId="14100"/>
          <ac:picMkLst>
            <pc:docMk/>
            <pc:sldMk cId="2119392884" sldId="279"/>
            <ac:picMk id="5" creationId="{94FB25C6-DDF4-2FBC-1C47-8D2D2A66B74A}"/>
          </ac:picMkLst>
        </pc:picChg>
      </pc:sldChg>
      <pc:sldChg chg="addSp modSp new mod">
        <pc:chgData name="Basavaraju sreepada Dathu" userId="419b124929792d04" providerId="LiveId" clId="{967221E3-367A-49BA-935A-4715D5F4B477}" dt="2026-01-08T08:48:04.271" v="304" actId="14100"/>
        <pc:sldMkLst>
          <pc:docMk/>
          <pc:sldMk cId="2026316105" sldId="280"/>
        </pc:sldMkLst>
        <pc:picChg chg="add mod">
          <ac:chgData name="Basavaraju sreepada Dathu" userId="419b124929792d04" providerId="LiveId" clId="{967221E3-367A-49BA-935A-4715D5F4B477}" dt="2026-01-08T08:48:04.271" v="304" actId="14100"/>
          <ac:picMkLst>
            <pc:docMk/>
            <pc:sldMk cId="2026316105" sldId="280"/>
            <ac:picMk id="7" creationId="{AAE99444-3BBD-D6A9-79CB-5F93EB5A5F24}"/>
          </ac:picMkLst>
        </pc:picChg>
      </pc:sldChg>
      <pc:sldChg chg="addSp modSp new mod">
        <pc:chgData name="Basavaraju sreepada Dathu" userId="419b124929792d04" providerId="LiveId" clId="{967221E3-367A-49BA-935A-4715D5F4B477}" dt="2026-01-08T08:48:48.509" v="310" actId="14100"/>
        <pc:sldMkLst>
          <pc:docMk/>
          <pc:sldMk cId="4194581389" sldId="281"/>
        </pc:sldMkLst>
        <pc:picChg chg="add mod">
          <ac:chgData name="Basavaraju sreepada Dathu" userId="419b124929792d04" providerId="LiveId" clId="{967221E3-367A-49BA-935A-4715D5F4B477}" dt="2026-01-08T08:48:48.509" v="310" actId="14100"/>
          <ac:picMkLst>
            <pc:docMk/>
            <pc:sldMk cId="4194581389" sldId="281"/>
            <ac:picMk id="3" creationId="{A8867DBD-8A00-49A5-78FF-97FBC09AE34E}"/>
          </ac:picMkLst>
        </pc:picChg>
      </pc:sldChg>
      <pc:sldChg chg="addSp modSp new mod">
        <pc:chgData name="Basavaraju sreepada Dathu" userId="419b124929792d04" providerId="LiveId" clId="{967221E3-367A-49BA-935A-4715D5F4B477}" dt="2026-01-08T09:41:14.722" v="387" actId="14100"/>
        <pc:sldMkLst>
          <pc:docMk/>
          <pc:sldMk cId="1788892393" sldId="283"/>
        </pc:sldMkLst>
        <pc:picChg chg="add mod">
          <ac:chgData name="Basavaraju sreepada Dathu" userId="419b124929792d04" providerId="LiveId" clId="{967221E3-367A-49BA-935A-4715D5F4B477}" dt="2026-01-08T09:41:14.722" v="387" actId="14100"/>
          <ac:picMkLst>
            <pc:docMk/>
            <pc:sldMk cId="1788892393" sldId="283"/>
            <ac:picMk id="3" creationId="{08FC1D1E-BA4D-ACBF-0FFA-2C284F6F887D}"/>
          </ac:picMkLst>
        </pc:picChg>
      </pc:sldChg>
      <pc:sldChg chg="addSp modSp new mod ord">
        <pc:chgData name="Basavaraju sreepada Dathu" userId="419b124929792d04" providerId="LiveId" clId="{967221E3-367A-49BA-935A-4715D5F4B477}" dt="2026-01-08T09:45:14.499" v="400"/>
        <pc:sldMkLst>
          <pc:docMk/>
          <pc:sldMk cId="3138189574" sldId="284"/>
        </pc:sldMkLst>
        <pc:picChg chg="add mod">
          <ac:chgData name="Basavaraju sreepada Dathu" userId="419b124929792d04" providerId="LiveId" clId="{967221E3-367A-49BA-935A-4715D5F4B477}" dt="2026-01-08T09:44:02.630" v="396" actId="14100"/>
          <ac:picMkLst>
            <pc:docMk/>
            <pc:sldMk cId="3138189574" sldId="284"/>
            <ac:picMk id="7" creationId="{FE0933E4-D0E0-65A6-B4B3-A88B937DA5D5}"/>
          </ac:picMkLst>
        </pc:picChg>
      </pc:sldChg>
      <pc:sldChg chg="addSp modSp new mod">
        <pc:chgData name="Basavaraju sreepada Dathu" userId="419b124929792d04" providerId="LiveId" clId="{967221E3-367A-49BA-935A-4715D5F4B477}" dt="2026-01-08T09:47:09.731" v="411" actId="14100"/>
        <pc:sldMkLst>
          <pc:docMk/>
          <pc:sldMk cId="2317231152" sldId="285"/>
        </pc:sldMkLst>
        <pc:picChg chg="add mod">
          <ac:chgData name="Basavaraju sreepada Dathu" userId="419b124929792d04" providerId="LiveId" clId="{967221E3-367A-49BA-935A-4715D5F4B477}" dt="2026-01-08T09:47:09.731" v="411" actId="14100"/>
          <ac:picMkLst>
            <pc:docMk/>
            <pc:sldMk cId="2317231152" sldId="285"/>
            <ac:picMk id="5" creationId="{30CC0092-0504-008A-81CD-9E8E0B223092}"/>
          </ac:picMkLst>
        </pc:picChg>
      </pc:sldChg>
      <pc:sldChg chg="addSp modSp new mod">
        <pc:chgData name="Basavaraju sreepada Dathu" userId="419b124929792d04" providerId="LiveId" clId="{967221E3-367A-49BA-935A-4715D5F4B477}" dt="2026-01-08T10:00:05.262" v="775" actId="14100"/>
        <pc:sldMkLst>
          <pc:docMk/>
          <pc:sldMk cId="3584385388" sldId="286"/>
        </pc:sldMkLst>
        <pc:picChg chg="add mod">
          <ac:chgData name="Basavaraju sreepada Dathu" userId="419b124929792d04" providerId="LiveId" clId="{967221E3-367A-49BA-935A-4715D5F4B477}" dt="2026-01-08T10:00:05.262" v="775" actId="14100"/>
          <ac:picMkLst>
            <pc:docMk/>
            <pc:sldMk cId="3584385388" sldId="286"/>
            <ac:picMk id="3" creationId="{F3221E2D-C6E4-D0BE-FCB3-72AA7A0BB8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315588" y="3639328"/>
            <a:ext cx="7246189" cy="523180"/>
          </a:xfrm>
          <a:prstGeom prst="rect">
            <a:avLst/>
          </a:prstGeom>
          <a:noFill/>
          <a:ln>
            <a:noFill/>
          </a:ln>
        </p:spPr>
        <p:txBody>
          <a:bodyPr spcFirstLastPara="1" wrap="square" lIns="91425" tIns="45700" rIns="91425" bIns="45700" anchor="t" anchorCtr="0">
            <a:spAutoFit/>
          </a:bodyPr>
          <a:lstStyle/>
          <a:p>
            <a:pPr lvl="0" algn="ctr">
              <a:buSzPts val="1800"/>
            </a:pPr>
            <a:r>
              <a:rPr lang="en-IN" sz="2800" b="1" dirty="0">
                <a:solidFill>
                  <a:srgbClr val="FF0000"/>
                </a:solidFill>
              </a:rPr>
              <a:t>Employee Management System </a:t>
            </a:r>
            <a:endParaRPr sz="2800" b="1" i="0" u="none" strike="noStrike" cap="none" dirty="0">
              <a:solidFill>
                <a:srgbClr val="FF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7007400" cy="3970277"/>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Background? (B-tech or M-tech) – B-tech</a:t>
            </a:r>
          </a:p>
          <a:p>
            <a:pPr marL="285750" lvl="0" indent="-323850">
              <a:buClr>
                <a:schemeClr val="dk1"/>
              </a:buClr>
              <a:buSzPts val="2400"/>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I am B. Sreepada Dathu, a graduate in Electronics and Communication Engineering from Sathyabama Institute of Science and Technology. I have professional experience at Cognizant, where I worked as an Associate on an e-commerce retail project</a:t>
            </a:r>
            <a:endParaRPr lang="en-US" sz="180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Why you want to learn Data Science</a:t>
            </a:r>
          </a:p>
          <a:p>
            <a:pPr marL="285750" lvl="0" indent="-323850">
              <a:buClr>
                <a:schemeClr val="dk1"/>
              </a:buClr>
              <a:buSzPts val="2400"/>
              <a:buFont typeface="Arial"/>
              <a:buChar char="•"/>
            </a:pPr>
            <a:r>
              <a:rPr lang="en-US" sz="2000" dirty="0">
                <a:latin typeface="Calibri" panose="020F0502020204030204" pitchFamily="34" charset="0"/>
                <a:ea typeface="Calibri" panose="020F0502020204030204" pitchFamily="34" charset="0"/>
                <a:cs typeface="Calibri" panose="020F0502020204030204" pitchFamily="34" charset="0"/>
              </a:rPr>
              <a:t>Data Science is a rapidly growing and in-demand field, offering a wide range of career opportunities across industries.</a:t>
            </a:r>
          </a:p>
          <a:p>
            <a:pPr marL="285750" lvl="0" indent="-323850">
              <a:buClr>
                <a:schemeClr val="dk1"/>
              </a:buClr>
              <a:buSzPts val="2400"/>
              <a:buFont typeface="Arial"/>
              <a:buChar char="•"/>
            </a:pPr>
            <a:r>
              <a:rPr lang="en-IN" sz="2400" b="1" i="0" u="none" strike="noStrike" cap="none" dirty="0">
                <a:solidFill>
                  <a:schemeClr val="dk1"/>
                </a:solidFill>
                <a:latin typeface="+mj-lt"/>
                <a:ea typeface="Calibri" panose="020F0502020204030204" pitchFamily="34" charset="0"/>
                <a:cs typeface="Calibri" panose="020F0502020204030204" pitchFamily="34" charset="0"/>
                <a:sym typeface="Calibri"/>
              </a:rPr>
              <a:t>Any work experience</a:t>
            </a:r>
          </a:p>
          <a:p>
            <a:pPr marL="285750" lvl="0" indent="-323850">
              <a:buClr>
                <a:schemeClr val="dk1"/>
              </a:buClr>
              <a:buSzPts val="2400"/>
              <a:buFont typeface="Arial"/>
              <a:buChar char="•"/>
            </a:pPr>
            <a:r>
              <a:rPr lang="en-IN"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Yes, worked as an Associate in cognizant for 3years 8months</a:t>
            </a:r>
            <a:endParaRPr sz="200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323850" algn="l" rtl="0">
              <a:lnSpc>
                <a:spcPct val="100000"/>
              </a:lnSpc>
              <a:spcBef>
                <a:spcPts val="0"/>
              </a:spcBef>
              <a:spcAft>
                <a:spcPts val="0"/>
              </a:spcAft>
              <a:buClr>
                <a:schemeClr val="dk1"/>
              </a:buClr>
              <a:buSzPts val="2400"/>
              <a:buFont typeface="Calibri"/>
              <a:buChar char="•"/>
            </a:pPr>
            <a:r>
              <a:rPr lang="en-IN" sz="2400" b="1" i="0" u="none" strike="noStrike" cap="none" dirty="0">
                <a:solidFill>
                  <a:schemeClr val="dk1"/>
                </a:solidFill>
                <a:latin typeface="Calibri"/>
                <a:ea typeface="Calibri"/>
                <a:cs typeface="Calibri"/>
                <a:sym typeface="Calibri"/>
              </a:rPr>
              <a:t>Share your </a:t>
            </a:r>
            <a:r>
              <a:rPr lang="en-IN" sz="2400" b="1" dirty="0">
                <a:solidFill>
                  <a:schemeClr val="dk1"/>
                </a:solidFill>
                <a:latin typeface="Calibri"/>
                <a:ea typeface="Calibri"/>
                <a:cs typeface="Calibri"/>
                <a:sym typeface="Calibri"/>
              </a:rPr>
              <a:t>LinkedIn</a:t>
            </a:r>
            <a:r>
              <a:rPr lang="en-IN" sz="2400" b="1" i="0" u="none" strike="noStrike" cap="none" dirty="0">
                <a:solidFill>
                  <a:schemeClr val="dk1"/>
                </a:solidFill>
                <a:latin typeface="Calibri"/>
                <a:ea typeface="Calibri"/>
                <a:cs typeface="Calibri"/>
                <a:sym typeface="Calibri"/>
              </a:rPr>
              <a:t> and </a:t>
            </a:r>
            <a:r>
              <a:rPr lang="en-IN" sz="2400" b="1" dirty="0">
                <a:solidFill>
                  <a:schemeClr val="dk1"/>
                </a:solidFill>
                <a:latin typeface="Calibri"/>
                <a:ea typeface="Calibri"/>
                <a:cs typeface="Calibri"/>
                <a:sym typeface="Calibri"/>
              </a:rPr>
              <a:t>GitHub</a:t>
            </a:r>
            <a:r>
              <a:rPr lang="en-IN" sz="2400" b="1" i="0" u="none" strike="noStrike" cap="none" dirty="0">
                <a:solidFill>
                  <a:schemeClr val="dk1"/>
                </a:solidFill>
                <a:latin typeface="Calibri"/>
                <a:ea typeface="Calibri"/>
                <a:cs typeface="Calibri"/>
                <a:sym typeface="Calibri"/>
              </a:rPr>
              <a:t> </a:t>
            </a:r>
            <a:r>
              <a:rPr lang="en-IN" sz="2400" b="1" i="0" u="none" strike="noStrike" cap="none">
                <a:solidFill>
                  <a:schemeClr val="dk1"/>
                </a:solidFill>
                <a:latin typeface="Calibri"/>
                <a:ea typeface="Calibri"/>
                <a:cs typeface="Calibri"/>
                <a:sym typeface="Calibri"/>
              </a:rPr>
              <a:t>profile </a:t>
            </a:r>
            <a:r>
              <a:rPr lang="en-IN" sz="2400" b="1">
                <a:solidFill>
                  <a:schemeClr val="dk1"/>
                </a:solidFill>
                <a:latin typeface="Calibri"/>
                <a:ea typeface="Calibri"/>
                <a:cs typeface="Calibri"/>
                <a:sym typeface="Calibri"/>
              </a:rPr>
              <a:t>URLs</a:t>
            </a:r>
          </a:p>
          <a:p>
            <a:pPr marL="285750" marR="0" lvl="0" indent="-323850" algn="l" rtl="0">
              <a:lnSpc>
                <a:spcPct val="100000"/>
              </a:lnSpc>
              <a:spcBef>
                <a:spcPts val="0"/>
              </a:spcBef>
              <a:spcAft>
                <a:spcPts val="0"/>
              </a:spcAft>
              <a:buClr>
                <a:schemeClr val="dk1"/>
              </a:buClr>
              <a:buSzPts val="2400"/>
              <a:buFont typeface="Calibri"/>
              <a:buChar char="•"/>
            </a:pPr>
            <a:endParaRPr lang="en-IN" sz="2400" b="1"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(This should be the PPT flow)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F2C69-1F32-CA2A-8169-2C540F817DC8}"/>
              </a:ext>
            </a:extLst>
          </p:cNvPr>
          <p:cNvSpPr>
            <a:spLocks noGrp="1"/>
          </p:cNvSpPr>
          <p:nvPr>
            <p:ph type="title"/>
          </p:nvPr>
        </p:nvSpPr>
        <p:spPr/>
        <p:txBody>
          <a:bodyPr/>
          <a:lstStyle/>
          <a:p>
            <a:r>
              <a:rPr lang="en-IN" b="1" dirty="0">
                <a:solidFill>
                  <a:srgbClr val="FF0000"/>
                </a:solidFill>
              </a:rPr>
              <a:t>Objective of the Project  </a:t>
            </a:r>
          </a:p>
        </p:txBody>
      </p:sp>
      <p:sp>
        <p:nvSpPr>
          <p:cNvPr id="3" name="Text Placeholder 2">
            <a:extLst>
              <a:ext uri="{FF2B5EF4-FFF2-40B4-BE49-F238E27FC236}">
                <a16:creationId xmlns:a16="http://schemas.microsoft.com/office/drawing/2014/main" id="{CB049FDD-9BC5-605E-F5D8-E77E3BFD84B6}"/>
              </a:ext>
            </a:extLst>
          </p:cNvPr>
          <p:cNvSpPr>
            <a:spLocks noGrp="1"/>
          </p:cNvSpPr>
          <p:nvPr>
            <p:ph type="body" idx="1"/>
          </p:nvPr>
        </p:nvSpPr>
        <p:spPr/>
        <p:txBody>
          <a:bodyPr/>
          <a:lstStyle/>
          <a:p>
            <a:r>
              <a:rPr lang="en-US" dirty="0"/>
              <a:t>The objective of this project is to design and develop an Employee Management System.</a:t>
            </a:r>
          </a:p>
          <a:p>
            <a:r>
              <a:rPr lang="en-US" dirty="0"/>
              <a:t>This helps organizations to efficiently manage employee information such as personal details, job roles, departments, leave records, and payroll.</a:t>
            </a:r>
          </a:p>
          <a:p>
            <a:r>
              <a:rPr lang="en-US" dirty="0"/>
              <a:t>It improve accuracy, and provide quick access to employee data.</a:t>
            </a:r>
            <a:endParaRPr lang="en-IN" dirty="0"/>
          </a:p>
        </p:txBody>
      </p:sp>
    </p:spTree>
    <p:extLst>
      <p:ext uri="{BB962C8B-B14F-4D97-AF65-F5344CB8AC3E}">
        <p14:creationId xmlns:p14="http://schemas.microsoft.com/office/powerpoint/2010/main" val="3333847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9AFCA-5C21-C453-3061-E0408719E1E8}"/>
              </a:ext>
            </a:extLst>
          </p:cNvPr>
          <p:cNvSpPr>
            <a:spLocks noGrp="1"/>
          </p:cNvSpPr>
          <p:nvPr>
            <p:ph type="title"/>
          </p:nvPr>
        </p:nvSpPr>
        <p:spPr>
          <a:xfrm>
            <a:off x="838200" y="365125"/>
            <a:ext cx="10515600" cy="913069"/>
          </a:xfrm>
        </p:spPr>
        <p:txBody>
          <a:bodyPr/>
          <a:lstStyle/>
          <a:p>
            <a:r>
              <a:rPr lang="en-IN" b="1" dirty="0">
                <a:solidFill>
                  <a:srgbClr val="FF0000"/>
                </a:solidFill>
              </a:rPr>
              <a:t>ER Diagram and schema explanation</a:t>
            </a:r>
            <a:endParaRPr lang="en-IN" dirty="0">
              <a:solidFill>
                <a:srgbClr val="FF0000"/>
              </a:solidFill>
            </a:endParaRPr>
          </a:p>
        </p:txBody>
      </p:sp>
      <p:sp>
        <p:nvSpPr>
          <p:cNvPr id="3" name="Text Placeholder 2">
            <a:extLst>
              <a:ext uri="{FF2B5EF4-FFF2-40B4-BE49-F238E27FC236}">
                <a16:creationId xmlns:a16="http://schemas.microsoft.com/office/drawing/2014/main" id="{6B10D3EC-48CE-3A2B-8CD1-A73A2377C7A8}"/>
              </a:ext>
            </a:extLst>
          </p:cNvPr>
          <p:cNvSpPr>
            <a:spLocks noGrp="1"/>
          </p:cNvSpPr>
          <p:nvPr>
            <p:ph type="body" idx="1"/>
          </p:nvPr>
        </p:nvSpPr>
        <p:spPr>
          <a:xfrm>
            <a:off x="838200" y="1563329"/>
            <a:ext cx="10515600" cy="4613634"/>
          </a:xfrm>
        </p:spPr>
        <p:txBody>
          <a:bodyPr/>
          <a:lstStyle/>
          <a:p>
            <a:endParaRPr lang="en-IN" dirty="0"/>
          </a:p>
        </p:txBody>
      </p:sp>
      <p:pic>
        <p:nvPicPr>
          <p:cNvPr id="5" name="Picture 4" descr="A screenshot of a computer&#10;&#10;AI-generated content may be incorrect.">
            <a:extLst>
              <a:ext uri="{FF2B5EF4-FFF2-40B4-BE49-F238E27FC236}">
                <a16:creationId xmlns:a16="http://schemas.microsoft.com/office/drawing/2014/main" id="{217E4DBE-8DE8-4F3E-970D-CFCED1E080ED}"/>
              </a:ext>
            </a:extLst>
          </p:cNvPr>
          <p:cNvPicPr>
            <a:picLocks noChangeAspect="1"/>
          </p:cNvPicPr>
          <p:nvPr/>
        </p:nvPicPr>
        <p:blipFill>
          <a:blip r:embed="rId2"/>
          <a:stretch>
            <a:fillRect/>
          </a:stretch>
        </p:blipFill>
        <p:spPr>
          <a:xfrm>
            <a:off x="838200" y="1563329"/>
            <a:ext cx="10515600" cy="4613634"/>
          </a:xfrm>
          <a:prstGeom prst="rect">
            <a:avLst/>
          </a:prstGeom>
        </p:spPr>
      </p:pic>
    </p:spTree>
    <p:extLst>
      <p:ext uri="{BB962C8B-B14F-4D97-AF65-F5344CB8AC3E}">
        <p14:creationId xmlns:p14="http://schemas.microsoft.com/office/powerpoint/2010/main" val="97139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6BA7B-35C3-57C2-3961-4F3B2166A359}"/>
              </a:ext>
            </a:extLst>
          </p:cNvPr>
          <p:cNvSpPr>
            <a:spLocks noGrp="1"/>
          </p:cNvSpPr>
          <p:nvPr>
            <p:ph type="title"/>
          </p:nvPr>
        </p:nvSpPr>
        <p:spPr/>
        <p:txBody>
          <a:bodyPr/>
          <a:lstStyle/>
          <a:p>
            <a:r>
              <a:rPr lang="en-US" b="1" dirty="0">
                <a:solidFill>
                  <a:srgbClr val="FF0000"/>
                </a:solidFill>
              </a:rPr>
              <a:t>Key analysis questions (use cases)</a:t>
            </a:r>
            <a:endParaRPr lang="en-IN" dirty="0">
              <a:solidFill>
                <a:srgbClr val="FF0000"/>
              </a:solidFill>
            </a:endParaRPr>
          </a:p>
        </p:txBody>
      </p:sp>
      <p:sp>
        <p:nvSpPr>
          <p:cNvPr id="3" name="Text Placeholder 2">
            <a:extLst>
              <a:ext uri="{FF2B5EF4-FFF2-40B4-BE49-F238E27FC236}">
                <a16:creationId xmlns:a16="http://schemas.microsoft.com/office/drawing/2014/main" id="{F54DCF6A-8BE4-4F93-1FCF-1A32A80706D9}"/>
              </a:ext>
            </a:extLst>
          </p:cNvPr>
          <p:cNvSpPr>
            <a:spLocks noGrp="1"/>
          </p:cNvSpPr>
          <p:nvPr>
            <p:ph type="body" idx="1"/>
          </p:nvPr>
        </p:nvSpPr>
        <p:spPr/>
        <p:txBody>
          <a:bodyPr/>
          <a:lstStyle/>
          <a:p>
            <a:r>
              <a:rPr lang="en-IN" b="1" dirty="0">
                <a:solidFill>
                  <a:srgbClr val="FF0000"/>
                </a:solidFill>
              </a:rPr>
              <a:t>1. EMPLOYEE INSIGHTS</a:t>
            </a:r>
          </a:p>
          <a:p>
            <a:endParaRPr lang="en-IN" dirty="0"/>
          </a:p>
        </p:txBody>
      </p:sp>
      <p:pic>
        <p:nvPicPr>
          <p:cNvPr id="5" name="Picture 4">
            <a:extLst>
              <a:ext uri="{FF2B5EF4-FFF2-40B4-BE49-F238E27FC236}">
                <a16:creationId xmlns:a16="http://schemas.microsoft.com/office/drawing/2014/main" id="{4DA19E6D-F780-1D2D-9CF8-DBAE05BCCFE2}"/>
              </a:ext>
            </a:extLst>
          </p:cNvPr>
          <p:cNvPicPr>
            <a:picLocks noChangeAspect="1"/>
          </p:cNvPicPr>
          <p:nvPr/>
        </p:nvPicPr>
        <p:blipFill>
          <a:blip r:embed="rId2"/>
          <a:stretch>
            <a:fillRect/>
          </a:stretch>
        </p:blipFill>
        <p:spPr>
          <a:xfrm>
            <a:off x="1174497" y="2526440"/>
            <a:ext cx="7763026" cy="3481069"/>
          </a:xfrm>
          <a:prstGeom prst="rect">
            <a:avLst/>
          </a:prstGeom>
        </p:spPr>
      </p:pic>
    </p:spTree>
    <p:extLst>
      <p:ext uri="{BB962C8B-B14F-4D97-AF65-F5344CB8AC3E}">
        <p14:creationId xmlns:p14="http://schemas.microsoft.com/office/powerpoint/2010/main" val="2715231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E0C6DB-AE40-7007-AEE1-5E358EEAC1C9}"/>
              </a:ext>
            </a:extLst>
          </p:cNvPr>
          <p:cNvPicPr>
            <a:picLocks noChangeAspect="1"/>
          </p:cNvPicPr>
          <p:nvPr/>
        </p:nvPicPr>
        <p:blipFill>
          <a:blip r:embed="rId2"/>
          <a:stretch>
            <a:fillRect/>
          </a:stretch>
        </p:blipFill>
        <p:spPr>
          <a:xfrm>
            <a:off x="1378517" y="530137"/>
            <a:ext cx="8611057" cy="4975927"/>
          </a:xfrm>
          <a:prstGeom prst="rect">
            <a:avLst/>
          </a:prstGeom>
        </p:spPr>
      </p:pic>
    </p:spTree>
    <p:extLst>
      <p:ext uri="{BB962C8B-B14F-4D97-AF65-F5344CB8AC3E}">
        <p14:creationId xmlns:p14="http://schemas.microsoft.com/office/powerpoint/2010/main" val="975593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20F68A-66D9-4864-6CF1-E32FDE5EA0D4}"/>
              </a:ext>
            </a:extLst>
          </p:cNvPr>
          <p:cNvPicPr>
            <a:picLocks noChangeAspect="1"/>
          </p:cNvPicPr>
          <p:nvPr/>
        </p:nvPicPr>
        <p:blipFill>
          <a:blip r:embed="rId2"/>
          <a:stretch>
            <a:fillRect/>
          </a:stretch>
        </p:blipFill>
        <p:spPr>
          <a:xfrm>
            <a:off x="123016" y="595774"/>
            <a:ext cx="5569861" cy="4998781"/>
          </a:xfrm>
          <a:prstGeom prst="rect">
            <a:avLst/>
          </a:prstGeom>
        </p:spPr>
      </p:pic>
      <p:pic>
        <p:nvPicPr>
          <p:cNvPr id="3" name="Picture 2">
            <a:extLst>
              <a:ext uri="{FF2B5EF4-FFF2-40B4-BE49-F238E27FC236}">
                <a16:creationId xmlns:a16="http://schemas.microsoft.com/office/drawing/2014/main" id="{3D7271D8-F364-27D7-25F8-007EBEBEEDF5}"/>
              </a:ext>
            </a:extLst>
          </p:cNvPr>
          <p:cNvPicPr>
            <a:picLocks noChangeAspect="1"/>
          </p:cNvPicPr>
          <p:nvPr/>
        </p:nvPicPr>
        <p:blipFill>
          <a:blip r:embed="rId3"/>
          <a:stretch>
            <a:fillRect/>
          </a:stretch>
        </p:blipFill>
        <p:spPr>
          <a:xfrm>
            <a:off x="6096000" y="655721"/>
            <a:ext cx="5972984" cy="5351789"/>
          </a:xfrm>
          <a:prstGeom prst="rect">
            <a:avLst/>
          </a:prstGeom>
        </p:spPr>
      </p:pic>
    </p:spTree>
    <p:extLst>
      <p:ext uri="{BB962C8B-B14F-4D97-AF65-F5344CB8AC3E}">
        <p14:creationId xmlns:p14="http://schemas.microsoft.com/office/powerpoint/2010/main" val="3251756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4E64E2-F436-6F57-41F2-C683908F96A2}"/>
              </a:ext>
            </a:extLst>
          </p:cNvPr>
          <p:cNvPicPr>
            <a:picLocks noChangeAspect="1"/>
          </p:cNvPicPr>
          <p:nvPr/>
        </p:nvPicPr>
        <p:blipFill>
          <a:blip r:embed="rId2"/>
          <a:stretch>
            <a:fillRect/>
          </a:stretch>
        </p:blipFill>
        <p:spPr>
          <a:xfrm>
            <a:off x="324465" y="394659"/>
            <a:ext cx="5512083" cy="5062244"/>
          </a:xfrm>
          <a:prstGeom prst="rect">
            <a:avLst/>
          </a:prstGeom>
        </p:spPr>
      </p:pic>
      <p:pic>
        <p:nvPicPr>
          <p:cNvPr id="7" name="Picture 6">
            <a:extLst>
              <a:ext uri="{FF2B5EF4-FFF2-40B4-BE49-F238E27FC236}">
                <a16:creationId xmlns:a16="http://schemas.microsoft.com/office/drawing/2014/main" id="{98412F6D-709B-32BB-D309-E15AE0C9AED5}"/>
              </a:ext>
            </a:extLst>
          </p:cNvPr>
          <p:cNvPicPr>
            <a:picLocks noChangeAspect="1"/>
          </p:cNvPicPr>
          <p:nvPr/>
        </p:nvPicPr>
        <p:blipFill>
          <a:blip r:embed="rId3"/>
          <a:stretch>
            <a:fillRect/>
          </a:stretch>
        </p:blipFill>
        <p:spPr>
          <a:xfrm>
            <a:off x="6424496" y="789535"/>
            <a:ext cx="5610188" cy="4510052"/>
          </a:xfrm>
          <a:prstGeom prst="rect">
            <a:avLst/>
          </a:prstGeom>
        </p:spPr>
      </p:pic>
    </p:spTree>
    <p:extLst>
      <p:ext uri="{BB962C8B-B14F-4D97-AF65-F5344CB8AC3E}">
        <p14:creationId xmlns:p14="http://schemas.microsoft.com/office/powerpoint/2010/main" val="2078938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C59C2-AD36-02E2-5C32-4BBD07B90874}"/>
              </a:ext>
            </a:extLst>
          </p:cNvPr>
          <p:cNvSpPr>
            <a:spLocks noGrp="1"/>
          </p:cNvSpPr>
          <p:nvPr>
            <p:ph type="title"/>
          </p:nvPr>
        </p:nvSpPr>
        <p:spPr>
          <a:xfrm>
            <a:off x="838200" y="365126"/>
            <a:ext cx="10515600" cy="578772"/>
          </a:xfrm>
        </p:spPr>
        <p:txBody>
          <a:bodyPr>
            <a:normAutofit/>
          </a:bodyPr>
          <a:lstStyle/>
          <a:p>
            <a:r>
              <a:rPr lang="en-IN" sz="2800" b="1" dirty="0">
                <a:solidFill>
                  <a:srgbClr val="FF0000"/>
                </a:solidFill>
              </a:rPr>
              <a:t>Job roles and Department Analysis</a:t>
            </a:r>
          </a:p>
        </p:txBody>
      </p:sp>
      <p:sp>
        <p:nvSpPr>
          <p:cNvPr id="3" name="Text Placeholder 2">
            <a:extLst>
              <a:ext uri="{FF2B5EF4-FFF2-40B4-BE49-F238E27FC236}">
                <a16:creationId xmlns:a16="http://schemas.microsoft.com/office/drawing/2014/main" id="{0EF5F201-9618-2E55-5B54-C7B4514E5F1B}"/>
              </a:ext>
            </a:extLst>
          </p:cNvPr>
          <p:cNvSpPr>
            <a:spLocks noGrp="1"/>
          </p:cNvSpPr>
          <p:nvPr>
            <p:ph type="body" idx="1"/>
          </p:nvPr>
        </p:nvSpPr>
        <p:spPr>
          <a:xfrm>
            <a:off x="838200" y="1366684"/>
            <a:ext cx="10515600" cy="4810279"/>
          </a:xfrm>
        </p:spPr>
        <p:txBody>
          <a:bodyPr/>
          <a:lstStyle/>
          <a:p>
            <a:endParaRPr lang="en-IN" dirty="0"/>
          </a:p>
        </p:txBody>
      </p:sp>
      <p:pic>
        <p:nvPicPr>
          <p:cNvPr id="5" name="Picture 4">
            <a:extLst>
              <a:ext uri="{FF2B5EF4-FFF2-40B4-BE49-F238E27FC236}">
                <a16:creationId xmlns:a16="http://schemas.microsoft.com/office/drawing/2014/main" id="{751E034C-D079-70B8-FBD6-1FF50B0577B5}"/>
              </a:ext>
            </a:extLst>
          </p:cNvPr>
          <p:cNvPicPr>
            <a:picLocks noChangeAspect="1"/>
          </p:cNvPicPr>
          <p:nvPr/>
        </p:nvPicPr>
        <p:blipFill>
          <a:blip r:embed="rId2"/>
          <a:stretch>
            <a:fillRect/>
          </a:stretch>
        </p:blipFill>
        <p:spPr>
          <a:xfrm>
            <a:off x="908720" y="1366683"/>
            <a:ext cx="9542969" cy="4601497"/>
          </a:xfrm>
          <a:prstGeom prst="rect">
            <a:avLst/>
          </a:prstGeom>
        </p:spPr>
      </p:pic>
    </p:spTree>
    <p:extLst>
      <p:ext uri="{BB962C8B-B14F-4D97-AF65-F5344CB8AC3E}">
        <p14:creationId xmlns:p14="http://schemas.microsoft.com/office/powerpoint/2010/main" val="616934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8467C9-6B28-3A6D-DDF7-D14E9488FC29}"/>
              </a:ext>
            </a:extLst>
          </p:cNvPr>
          <p:cNvPicPr>
            <a:picLocks noChangeAspect="1"/>
          </p:cNvPicPr>
          <p:nvPr/>
        </p:nvPicPr>
        <p:blipFill>
          <a:blip r:embed="rId2"/>
          <a:stretch>
            <a:fillRect/>
          </a:stretch>
        </p:blipFill>
        <p:spPr>
          <a:xfrm>
            <a:off x="652173" y="695631"/>
            <a:ext cx="9347233" cy="4692445"/>
          </a:xfrm>
          <a:prstGeom prst="rect">
            <a:avLst/>
          </a:prstGeom>
        </p:spPr>
      </p:pic>
    </p:spTree>
    <p:extLst>
      <p:ext uri="{BB962C8B-B14F-4D97-AF65-F5344CB8AC3E}">
        <p14:creationId xmlns:p14="http://schemas.microsoft.com/office/powerpoint/2010/main" val="2986985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107057-762B-0026-30B1-395266D9A977}"/>
              </a:ext>
            </a:extLst>
          </p:cNvPr>
          <p:cNvPicPr>
            <a:picLocks noChangeAspect="1"/>
          </p:cNvPicPr>
          <p:nvPr/>
        </p:nvPicPr>
        <p:blipFill>
          <a:blip r:embed="rId2"/>
          <a:stretch>
            <a:fillRect/>
          </a:stretch>
        </p:blipFill>
        <p:spPr>
          <a:xfrm>
            <a:off x="295300" y="422705"/>
            <a:ext cx="9930247" cy="4955540"/>
          </a:xfrm>
          <a:prstGeom prst="rect">
            <a:avLst/>
          </a:prstGeom>
        </p:spPr>
      </p:pic>
    </p:spTree>
    <p:extLst>
      <p:ext uri="{BB962C8B-B14F-4D97-AF65-F5344CB8AC3E}">
        <p14:creationId xmlns:p14="http://schemas.microsoft.com/office/powerpoint/2010/main" val="2229939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FB25C6-DDF4-2FBC-1C47-8D2D2A66B74A}"/>
              </a:ext>
            </a:extLst>
          </p:cNvPr>
          <p:cNvPicPr>
            <a:picLocks noChangeAspect="1"/>
          </p:cNvPicPr>
          <p:nvPr/>
        </p:nvPicPr>
        <p:blipFill>
          <a:blip r:embed="rId2"/>
          <a:stretch>
            <a:fillRect/>
          </a:stretch>
        </p:blipFill>
        <p:spPr>
          <a:xfrm>
            <a:off x="387748" y="780868"/>
            <a:ext cx="9601825" cy="4744861"/>
          </a:xfrm>
          <a:prstGeom prst="rect">
            <a:avLst/>
          </a:prstGeom>
        </p:spPr>
      </p:pic>
    </p:spTree>
    <p:extLst>
      <p:ext uri="{BB962C8B-B14F-4D97-AF65-F5344CB8AC3E}">
        <p14:creationId xmlns:p14="http://schemas.microsoft.com/office/powerpoint/2010/main" val="211939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E59F5-EF79-4BA7-1CD2-208E94EFDCD2}"/>
              </a:ext>
            </a:extLst>
          </p:cNvPr>
          <p:cNvSpPr>
            <a:spLocks noGrp="1"/>
          </p:cNvSpPr>
          <p:nvPr>
            <p:ph type="title"/>
          </p:nvPr>
        </p:nvSpPr>
        <p:spPr>
          <a:xfrm>
            <a:off x="838200" y="365126"/>
            <a:ext cx="10515600" cy="677094"/>
          </a:xfrm>
        </p:spPr>
        <p:txBody>
          <a:bodyPr>
            <a:normAutofit/>
          </a:bodyPr>
          <a:lstStyle/>
          <a:p>
            <a:r>
              <a:rPr lang="en-US" sz="2800" b="1" dirty="0">
                <a:solidFill>
                  <a:srgbClr val="FF0000"/>
                </a:solidFill>
              </a:rPr>
              <a:t>3. QUALIFICATION AND SKILLS ANALYSIS</a:t>
            </a:r>
            <a:endParaRPr lang="en-IN" sz="2800" b="1" dirty="0">
              <a:solidFill>
                <a:srgbClr val="FF0000"/>
              </a:solidFill>
            </a:endParaRPr>
          </a:p>
        </p:txBody>
      </p:sp>
      <p:sp>
        <p:nvSpPr>
          <p:cNvPr id="3" name="Text Placeholder 2">
            <a:extLst>
              <a:ext uri="{FF2B5EF4-FFF2-40B4-BE49-F238E27FC236}">
                <a16:creationId xmlns:a16="http://schemas.microsoft.com/office/drawing/2014/main" id="{9494E843-0770-30FD-B241-035C49435BB5}"/>
              </a:ext>
            </a:extLst>
          </p:cNvPr>
          <p:cNvSpPr>
            <a:spLocks noGrp="1"/>
          </p:cNvSpPr>
          <p:nvPr>
            <p:ph type="body" idx="1"/>
          </p:nvPr>
        </p:nvSpPr>
        <p:spPr>
          <a:xfrm>
            <a:off x="838200" y="1366684"/>
            <a:ext cx="10515600" cy="4810279"/>
          </a:xfrm>
        </p:spPr>
        <p:txBody>
          <a:bodyPr/>
          <a:lstStyle/>
          <a:p>
            <a:endParaRPr lang="en-IN" dirty="0"/>
          </a:p>
        </p:txBody>
      </p:sp>
      <p:pic>
        <p:nvPicPr>
          <p:cNvPr id="5" name="Picture 4">
            <a:extLst>
              <a:ext uri="{FF2B5EF4-FFF2-40B4-BE49-F238E27FC236}">
                <a16:creationId xmlns:a16="http://schemas.microsoft.com/office/drawing/2014/main" id="{326B6B8F-6699-0921-09F6-1506425E1D90}"/>
              </a:ext>
            </a:extLst>
          </p:cNvPr>
          <p:cNvPicPr>
            <a:picLocks noChangeAspect="1"/>
          </p:cNvPicPr>
          <p:nvPr/>
        </p:nvPicPr>
        <p:blipFill>
          <a:blip r:embed="rId2"/>
          <a:stretch>
            <a:fillRect/>
          </a:stretch>
        </p:blipFill>
        <p:spPr>
          <a:xfrm>
            <a:off x="916858" y="1452716"/>
            <a:ext cx="8620432" cy="4564626"/>
          </a:xfrm>
          <a:prstGeom prst="rect">
            <a:avLst/>
          </a:prstGeom>
        </p:spPr>
      </p:pic>
    </p:spTree>
    <p:extLst>
      <p:ext uri="{BB962C8B-B14F-4D97-AF65-F5344CB8AC3E}">
        <p14:creationId xmlns:p14="http://schemas.microsoft.com/office/powerpoint/2010/main" val="909143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AE99444-3BBD-D6A9-79CB-5F93EB5A5F24}"/>
              </a:ext>
            </a:extLst>
          </p:cNvPr>
          <p:cNvPicPr>
            <a:picLocks noChangeAspect="1"/>
          </p:cNvPicPr>
          <p:nvPr/>
        </p:nvPicPr>
        <p:blipFill>
          <a:blip r:embed="rId2"/>
          <a:stretch>
            <a:fillRect/>
          </a:stretch>
        </p:blipFill>
        <p:spPr>
          <a:xfrm>
            <a:off x="642835" y="258410"/>
            <a:ext cx="9376235" cy="5277151"/>
          </a:xfrm>
          <a:prstGeom prst="rect">
            <a:avLst/>
          </a:prstGeom>
        </p:spPr>
      </p:pic>
    </p:spTree>
    <p:extLst>
      <p:ext uri="{BB962C8B-B14F-4D97-AF65-F5344CB8AC3E}">
        <p14:creationId xmlns:p14="http://schemas.microsoft.com/office/powerpoint/2010/main" val="2026316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867DBD-8A00-49A5-78FF-97FBC09AE34E}"/>
              </a:ext>
            </a:extLst>
          </p:cNvPr>
          <p:cNvPicPr>
            <a:picLocks noChangeAspect="1"/>
          </p:cNvPicPr>
          <p:nvPr/>
        </p:nvPicPr>
        <p:blipFill>
          <a:blip r:embed="rId2"/>
          <a:stretch>
            <a:fillRect/>
          </a:stretch>
        </p:blipFill>
        <p:spPr>
          <a:xfrm>
            <a:off x="513221" y="549158"/>
            <a:ext cx="10548069" cy="5537010"/>
          </a:xfrm>
          <a:prstGeom prst="rect">
            <a:avLst/>
          </a:prstGeom>
        </p:spPr>
      </p:pic>
    </p:spTree>
    <p:extLst>
      <p:ext uri="{BB962C8B-B14F-4D97-AF65-F5344CB8AC3E}">
        <p14:creationId xmlns:p14="http://schemas.microsoft.com/office/powerpoint/2010/main" val="4194581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AED7B-B831-3217-F770-7815737A4300}"/>
              </a:ext>
            </a:extLst>
          </p:cNvPr>
          <p:cNvSpPr>
            <a:spLocks noGrp="1"/>
          </p:cNvSpPr>
          <p:nvPr>
            <p:ph type="title"/>
          </p:nvPr>
        </p:nvSpPr>
        <p:spPr>
          <a:xfrm>
            <a:off x="838200" y="365125"/>
            <a:ext cx="10515600" cy="637765"/>
          </a:xfrm>
        </p:spPr>
        <p:txBody>
          <a:bodyPr>
            <a:normAutofit/>
          </a:bodyPr>
          <a:lstStyle/>
          <a:p>
            <a:r>
              <a:rPr lang="en-US" sz="2800" dirty="0">
                <a:solidFill>
                  <a:srgbClr val="FF0000"/>
                </a:solidFill>
              </a:rPr>
              <a:t>4. LEAVE AND ABSENCE PATTERNS</a:t>
            </a:r>
            <a:endParaRPr lang="en-IN" sz="2800" dirty="0">
              <a:solidFill>
                <a:srgbClr val="FF0000"/>
              </a:solidFill>
            </a:endParaRPr>
          </a:p>
        </p:txBody>
      </p:sp>
      <p:sp>
        <p:nvSpPr>
          <p:cNvPr id="3" name="Text Placeholder 2">
            <a:extLst>
              <a:ext uri="{FF2B5EF4-FFF2-40B4-BE49-F238E27FC236}">
                <a16:creationId xmlns:a16="http://schemas.microsoft.com/office/drawing/2014/main" id="{BBAEE211-EB21-45B4-E11C-175A07B5251D}"/>
              </a:ext>
            </a:extLst>
          </p:cNvPr>
          <p:cNvSpPr>
            <a:spLocks noGrp="1"/>
          </p:cNvSpPr>
          <p:nvPr>
            <p:ph type="body" idx="1"/>
          </p:nvPr>
        </p:nvSpPr>
        <p:spPr>
          <a:xfrm>
            <a:off x="838200" y="1327355"/>
            <a:ext cx="10515600" cy="4849608"/>
          </a:xfrm>
        </p:spPr>
        <p:txBody>
          <a:bodyPr/>
          <a:lstStyle/>
          <a:p>
            <a:endParaRPr lang="en-IN" dirty="0"/>
          </a:p>
        </p:txBody>
      </p:sp>
      <p:pic>
        <p:nvPicPr>
          <p:cNvPr id="5" name="Picture 4">
            <a:extLst>
              <a:ext uri="{FF2B5EF4-FFF2-40B4-BE49-F238E27FC236}">
                <a16:creationId xmlns:a16="http://schemas.microsoft.com/office/drawing/2014/main" id="{8309B387-503D-E097-4689-4F868BF0517B}"/>
              </a:ext>
            </a:extLst>
          </p:cNvPr>
          <p:cNvPicPr>
            <a:picLocks noChangeAspect="1"/>
          </p:cNvPicPr>
          <p:nvPr/>
        </p:nvPicPr>
        <p:blipFill>
          <a:blip r:embed="rId2"/>
          <a:stretch>
            <a:fillRect/>
          </a:stretch>
        </p:blipFill>
        <p:spPr>
          <a:xfrm>
            <a:off x="838199" y="1327355"/>
            <a:ext cx="9544665" cy="4849608"/>
          </a:xfrm>
          <a:prstGeom prst="rect">
            <a:avLst/>
          </a:prstGeom>
        </p:spPr>
      </p:pic>
    </p:spTree>
    <p:extLst>
      <p:ext uri="{BB962C8B-B14F-4D97-AF65-F5344CB8AC3E}">
        <p14:creationId xmlns:p14="http://schemas.microsoft.com/office/powerpoint/2010/main" val="3741252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221E2D-C6E4-D0BE-FCB3-72AA7A0BB8FF}"/>
              </a:ext>
            </a:extLst>
          </p:cNvPr>
          <p:cNvPicPr>
            <a:picLocks noChangeAspect="1"/>
          </p:cNvPicPr>
          <p:nvPr/>
        </p:nvPicPr>
        <p:blipFill>
          <a:blip r:embed="rId2"/>
          <a:stretch>
            <a:fillRect/>
          </a:stretch>
        </p:blipFill>
        <p:spPr>
          <a:xfrm>
            <a:off x="263410" y="362975"/>
            <a:ext cx="10768384" cy="5251244"/>
          </a:xfrm>
          <a:prstGeom prst="rect">
            <a:avLst/>
          </a:prstGeom>
        </p:spPr>
      </p:pic>
    </p:spTree>
    <p:extLst>
      <p:ext uri="{BB962C8B-B14F-4D97-AF65-F5344CB8AC3E}">
        <p14:creationId xmlns:p14="http://schemas.microsoft.com/office/powerpoint/2010/main" val="3584385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1B5ADE-657C-D062-5E0E-7F04D70CEF5D}"/>
              </a:ext>
            </a:extLst>
          </p:cNvPr>
          <p:cNvPicPr>
            <a:picLocks noChangeAspect="1"/>
          </p:cNvPicPr>
          <p:nvPr/>
        </p:nvPicPr>
        <p:blipFill>
          <a:blip r:embed="rId2"/>
          <a:stretch>
            <a:fillRect/>
          </a:stretch>
        </p:blipFill>
        <p:spPr>
          <a:xfrm>
            <a:off x="492927" y="421170"/>
            <a:ext cx="9948930" cy="5301204"/>
          </a:xfrm>
          <a:prstGeom prst="rect">
            <a:avLst/>
          </a:prstGeom>
        </p:spPr>
      </p:pic>
    </p:spTree>
    <p:extLst>
      <p:ext uri="{BB962C8B-B14F-4D97-AF65-F5344CB8AC3E}">
        <p14:creationId xmlns:p14="http://schemas.microsoft.com/office/powerpoint/2010/main" val="504431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0672BC-310F-7B21-221B-6E8D1B5EADC7}"/>
              </a:ext>
            </a:extLst>
          </p:cNvPr>
          <p:cNvPicPr>
            <a:picLocks noChangeAspect="1"/>
          </p:cNvPicPr>
          <p:nvPr/>
        </p:nvPicPr>
        <p:blipFill>
          <a:blip r:embed="rId2"/>
          <a:stretch>
            <a:fillRect/>
          </a:stretch>
        </p:blipFill>
        <p:spPr>
          <a:xfrm>
            <a:off x="449012" y="452997"/>
            <a:ext cx="7436459" cy="5446357"/>
          </a:xfrm>
          <a:prstGeom prst="rect">
            <a:avLst/>
          </a:prstGeom>
        </p:spPr>
      </p:pic>
      <p:pic>
        <p:nvPicPr>
          <p:cNvPr id="10" name="Picture 9">
            <a:extLst>
              <a:ext uri="{FF2B5EF4-FFF2-40B4-BE49-F238E27FC236}">
                <a16:creationId xmlns:a16="http://schemas.microsoft.com/office/drawing/2014/main" id="{1C78471B-DF15-69C6-B059-5EDCB22A399B}"/>
              </a:ext>
            </a:extLst>
          </p:cNvPr>
          <p:cNvPicPr>
            <a:picLocks noChangeAspect="1"/>
          </p:cNvPicPr>
          <p:nvPr/>
        </p:nvPicPr>
        <p:blipFill>
          <a:blip r:embed="rId3"/>
          <a:stretch>
            <a:fillRect/>
          </a:stretch>
        </p:blipFill>
        <p:spPr>
          <a:xfrm>
            <a:off x="8180439" y="929150"/>
            <a:ext cx="4011561" cy="1489585"/>
          </a:xfrm>
          <a:prstGeom prst="rect">
            <a:avLst/>
          </a:prstGeom>
        </p:spPr>
      </p:pic>
    </p:spTree>
    <p:extLst>
      <p:ext uri="{BB962C8B-B14F-4D97-AF65-F5344CB8AC3E}">
        <p14:creationId xmlns:p14="http://schemas.microsoft.com/office/powerpoint/2010/main" val="610557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FC1D1E-BA4D-ACBF-0FFA-2C284F6F887D}"/>
              </a:ext>
            </a:extLst>
          </p:cNvPr>
          <p:cNvPicPr>
            <a:picLocks noChangeAspect="1"/>
          </p:cNvPicPr>
          <p:nvPr/>
        </p:nvPicPr>
        <p:blipFill>
          <a:blip r:embed="rId2"/>
          <a:stretch>
            <a:fillRect/>
          </a:stretch>
        </p:blipFill>
        <p:spPr>
          <a:xfrm>
            <a:off x="272537" y="367683"/>
            <a:ext cx="10749423" cy="5443182"/>
          </a:xfrm>
          <a:prstGeom prst="rect">
            <a:avLst/>
          </a:prstGeom>
        </p:spPr>
      </p:pic>
    </p:spTree>
    <p:extLst>
      <p:ext uri="{BB962C8B-B14F-4D97-AF65-F5344CB8AC3E}">
        <p14:creationId xmlns:p14="http://schemas.microsoft.com/office/powerpoint/2010/main" val="1788892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43D1-39FB-EC2D-86DC-7AF60A4C028A}"/>
              </a:ext>
            </a:extLst>
          </p:cNvPr>
          <p:cNvSpPr>
            <a:spLocks noGrp="1"/>
          </p:cNvSpPr>
          <p:nvPr>
            <p:ph type="title"/>
          </p:nvPr>
        </p:nvSpPr>
        <p:spPr>
          <a:xfrm>
            <a:off x="838200" y="365125"/>
            <a:ext cx="10515600" cy="706591"/>
          </a:xfrm>
        </p:spPr>
        <p:txBody>
          <a:bodyPr>
            <a:normAutofit/>
          </a:bodyPr>
          <a:lstStyle/>
          <a:p>
            <a:r>
              <a:rPr lang="en-US" sz="2800" b="1" dirty="0">
                <a:solidFill>
                  <a:srgbClr val="FF0000"/>
                </a:solidFill>
              </a:rPr>
              <a:t>5. PAYROLL AND COMPENSATION ANALYSIS</a:t>
            </a:r>
            <a:endParaRPr lang="en-IN" sz="2800" b="1" dirty="0">
              <a:solidFill>
                <a:srgbClr val="FF0000"/>
              </a:solidFill>
            </a:endParaRPr>
          </a:p>
        </p:txBody>
      </p:sp>
      <p:sp>
        <p:nvSpPr>
          <p:cNvPr id="3" name="Text Placeholder 2">
            <a:extLst>
              <a:ext uri="{FF2B5EF4-FFF2-40B4-BE49-F238E27FC236}">
                <a16:creationId xmlns:a16="http://schemas.microsoft.com/office/drawing/2014/main" id="{795CDBA7-EA9C-CB87-8EEF-6EA9C272613D}"/>
              </a:ext>
            </a:extLst>
          </p:cNvPr>
          <p:cNvSpPr>
            <a:spLocks noGrp="1"/>
          </p:cNvSpPr>
          <p:nvPr>
            <p:ph type="body" idx="1"/>
          </p:nvPr>
        </p:nvSpPr>
        <p:spPr>
          <a:xfrm>
            <a:off x="838200" y="1288026"/>
            <a:ext cx="10515600" cy="4888937"/>
          </a:xfrm>
        </p:spPr>
        <p:txBody>
          <a:bodyPr/>
          <a:lstStyle/>
          <a:p>
            <a:endParaRPr lang="en-IN" dirty="0"/>
          </a:p>
        </p:txBody>
      </p:sp>
      <p:pic>
        <p:nvPicPr>
          <p:cNvPr id="5" name="Picture 4">
            <a:extLst>
              <a:ext uri="{FF2B5EF4-FFF2-40B4-BE49-F238E27FC236}">
                <a16:creationId xmlns:a16="http://schemas.microsoft.com/office/drawing/2014/main" id="{1C7D90CE-F1A8-26FA-A065-AC9E1242235F}"/>
              </a:ext>
            </a:extLst>
          </p:cNvPr>
          <p:cNvPicPr>
            <a:picLocks noChangeAspect="1"/>
          </p:cNvPicPr>
          <p:nvPr/>
        </p:nvPicPr>
        <p:blipFill>
          <a:blip r:embed="rId2"/>
          <a:stretch>
            <a:fillRect/>
          </a:stretch>
        </p:blipFill>
        <p:spPr>
          <a:xfrm>
            <a:off x="838200" y="1357305"/>
            <a:ext cx="4304070" cy="2870565"/>
          </a:xfrm>
          <a:prstGeom prst="rect">
            <a:avLst/>
          </a:prstGeom>
        </p:spPr>
      </p:pic>
    </p:spTree>
    <p:extLst>
      <p:ext uri="{BB962C8B-B14F-4D97-AF65-F5344CB8AC3E}">
        <p14:creationId xmlns:p14="http://schemas.microsoft.com/office/powerpoint/2010/main" val="4177211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0933E4-D0E0-65A6-B4B3-A88B937DA5D5}"/>
              </a:ext>
            </a:extLst>
          </p:cNvPr>
          <p:cNvPicPr>
            <a:picLocks noChangeAspect="1"/>
          </p:cNvPicPr>
          <p:nvPr/>
        </p:nvPicPr>
        <p:blipFill>
          <a:blip r:embed="rId2"/>
          <a:stretch>
            <a:fillRect/>
          </a:stretch>
        </p:blipFill>
        <p:spPr>
          <a:xfrm>
            <a:off x="755375" y="252663"/>
            <a:ext cx="9489837" cy="5115750"/>
          </a:xfrm>
          <a:prstGeom prst="rect">
            <a:avLst/>
          </a:prstGeom>
        </p:spPr>
      </p:pic>
    </p:spTree>
    <p:extLst>
      <p:ext uri="{BB962C8B-B14F-4D97-AF65-F5344CB8AC3E}">
        <p14:creationId xmlns:p14="http://schemas.microsoft.com/office/powerpoint/2010/main" val="3138189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30CAB1-E265-EB0E-7C5E-2CC0B1CF7DEC}"/>
              </a:ext>
            </a:extLst>
          </p:cNvPr>
          <p:cNvPicPr>
            <a:picLocks noChangeAspect="1"/>
          </p:cNvPicPr>
          <p:nvPr/>
        </p:nvPicPr>
        <p:blipFill>
          <a:blip r:embed="rId2"/>
          <a:stretch>
            <a:fillRect/>
          </a:stretch>
        </p:blipFill>
        <p:spPr>
          <a:xfrm>
            <a:off x="401340" y="473124"/>
            <a:ext cx="9863537" cy="4619986"/>
          </a:xfrm>
          <a:prstGeom prst="rect">
            <a:avLst/>
          </a:prstGeom>
        </p:spPr>
      </p:pic>
    </p:spTree>
    <p:extLst>
      <p:ext uri="{BB962C8B-B14F-4D97-AF65-F5344CB8AC3E}">
        <p14:creationId xmlns:p14="http://schemas.microsoft.com/office/powerpoint/2010/main" val="2540656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CC0092-0504-008A-81CD-9E8E0B223092}"/>
              </a:ext>
            </a:extLst>
          </p:cNvPr>
          <p:cNvPicPr>
            <a:picLocks noChangeAspect="1"/>
          </p:cNvPicPr>
          <p:nvPr/>
        </p:nvPicPr>
        <p:blipFill>
          <a:blip r:embed="rId2"/>
          <a:stretch>
            <a:fillRect/>
          </a:stretch>
        </p:blipFill>
        <p:spPr>
          <a:xfrm>
            <a:off x="679387" y="607142"/>
            <a:ext cx="9939452" cy="3984522"/>
          </a:xfrm>
          <a:prstGeom prst="rect">
            <a:avLst/>
          </a:prstGeom>
        </p:spPr>
      </p:pic>
    </p:spTree>
    <p:extLst>
      <p:ext uri="{BB962C8B-B14F-4D97-AF65-F5344CB8AC3E}">
        <p14:creationId xmlns:p14="http://schemas.microsoft.com/office/powerpoint/2010/main" val="2317231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C99AF-27CC-C45A-CD71-F14DD6130CEE}"/>
              </a:ext>
            </a:extLst>
          </p:cNvPr>
          <p:cNvSpPr>
            <a:spLocks noGrp="1"/>
          </p:cNvSpPr>
          <p:nvPr>
            <p:ph type="title"/>
          </p:nvPr>
        </p:nvSpPr>
        <p:spPr>
          <a:xfrm>
            <a:off x="838200" y="550605"/>
            <a:ext cx="10515600" cy="639097"/>
          </a:xfrm>
        </p:spPr>
        <p:txBody>
          <a:bodyPr>
            <a:normAutofit fontScale="90000"/>
          </a:bodyPr>
          <a:lstStyle/>
          <a:p>
            <a:r>
              <a:rPr lang="en-US" b="1" dirty="0">
                <a:solidFill>
                  <a:srgbClr val="FF0000"/>
                </a:solidFill>
              </a:rPr>
              <a:t>Final business insights and recommendations</a:t>
            </a:r>
            <a:br>
              <a:rPr lang="en-US" dirty="0"/>
            </a:br>
            <a:endParaRPr lang="en-IN" dirty="0"/>
          </a:p>
        </p:txBody>
      </p:sp>
      <p:sp>
        <p:nvSpPr>
          <p:cNvPr id="3" name="Text Placeholder 2">
            <a:extLst>
              <a:ext uri="{FF2B5EF4-FFF2-40B4-BE49-F238E27FC236}">
                <a16:creationId xmlns:a16="http://schemas.microsoft.com/office/drawing/2014/main" id="{3088BDB1-C628-3E90-0BBD-828D7231EEC5}"/>
              </a:ext>
            </a:extLst>
          </p:cNvPr>
          <p:cNvSpPr>
            <a:spLocks noGrp="1"/>
          </p:cNvSpPr>
          <p:nvPr>
            <p:ph type="body" idx="1"/>
          </p:nvPr>
        </p:nvSpPr>
        <p:spPr>
          <a:xfrm>
            <a:off x="838200" y="1356852"/>
            <a:ext cx="10515600" cy="4820111"/>
          </a:xfrm>
        </p:spPr>
        <p:txBody>
          <a:bodyPr>
            <a:normAutofit fontScale="92500"/>
          </a:bodyPr>
          <a:lstStyle/>
          <a:p>
            <a:r>
              <a:rPr lang="en-IN" b="1" dirty="0">
                <a:solidFill>
                  <a:srgbClr val="FF0000"/>
                </a:solidFill>
              </a:rPr>
              <a:t>Key insights</a:t>
            </a:r>
            <a:r>
              <a:rPr lang="en-IN" dirty="0"/>
              <a:t>:</a:t>
            </a:r>
          </a:p>
          <a:p>
            <a:r>
              <a:rPr lang="en-US" dirty="0"/>
              <a:t>Departments with higher employees tend to have higher salary expenditure</a:t>
            </a:r>
          </a:p>
          <a:p>
            <a:r>
              <a:rPr lang="en-US" dirty="0"/>
              <a:t>Certain job roles offers higher salaries and bonuses, influencing employee retention</a:t>
            </a:r>
          </a:p>
          <a:p>
            <a:r>
              <a:rPr lang="en-US" dirty="0"/>
              <a:t>Finance and IT has highest number of employees and also offers slightly more roles compared to other departments</a:t>
            </a:r>
          </a:p>
          <a:p>
            <a:r>
              <a:rPr lang="en-US" dirty="0"/>
              <a:t>The Legal department has the highest average salary and average bonus. This indicates that, even though the salary range may not be the highest, employees receive strong bonus compensation, resulting in a comparatively high take-home (in-hand) salary within the given pay scale</a:t>
            </a:r>
          </a:p>
          <a:p>
            <a:pPr marL="114300" indent="0">
              <a:buNone/>
            </a:pPr>
            <a:endParaRPr lang="en-IN" dirty="0"/>
          </a:p>
        </p:txBody>
      </p:sp>
    </p:spTree>
    <p:extLst>
      <p:ext uri="{BB962C8B-B14F-4D97-AF65-F5344CB8AC3E}">
        <p14:creationId xmlns:p14="http://schemas.microsoft.com/office/powerpoint/2010/main" val="1278950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4B1D1-C6B4-0F80-11A9-EDEAF66F130E}"/>
              </a:ext>
            </a:extLst>
          </p:cNvPr>
          <p:cNvSpPr>
            <a:spLocks noGrp="1"/>
          </p:cNvSpPr>
          <p:nvPr>
            <p:ph type="title"/>
          </p:nvPr>
        </p:nvSpPr>
        <p:spPr>
          <a:xfrm>
            <a:off x="838200" y="365125"/>
            <a:ext cx="10515600" cy="686927"/>
          </a:xfrm>
        </p:spPr>
        <p:txBody>
          <a:bodyPr>
            <a:normAutofit fontScale="90000"/>
          </a:bodyPr>
          <a:lstStyle/>
          <a:p>
            <a:r>
              <a:rPr lang="en-IN" sz="2800" b="1" dirty="0">
                <a:solidFill>
                  <a:srgbClr val="FF0000"/>
                </a:solidFill>
              </a:rPr>
              <a:t>Business</a:t>
            </a:r>
            <a:r>
              <a:rPr lang="en-IN" b="1" dirty="0">
                <a:solidFill>
                  <a:srgbClr val="FF0000"/>
                </a:solidFill>
              </a:rPr>
              <a:t> </a:t>
            </a:r>
            <a:r>
              <a:rPr lang="en-IN" sz="2800" b="1" dirty="0">
                <a:solidFill>
                  <a:srgbClr val="FF0000"/>
                </a:solidFill>
              </a:rPr>
              <a:t>recommendations</a:t>
            </a:r>
          </a:p>
        </p:txBody>
      </p:sp>
      <p:sp>
        <p:nvSpPr>
          <p:cNvPr id="3" name="Text Placeholder 2">
            <a:extLst>
              <a:ext uri="{FF2B5EF4-FFF2-40B4-BE49-F238E27FC236}">
                <a16:creationId xmlns:a16="http://schemas.microsoft.com/office/drawing/2014/main" id="{E48F1372-0C18-0269-C8C7-3A9B41232B38}"/>
              </a:ext>
            </a:extLst>
          </p:cNvPr>
          <p:cNvSpPr>
            <a:spLocks noGrp="1"/>
          </p:cNvSpPr>
          <p:nvPr>
            <p:ph type="body" idx="1"/>
          </p:nvPr>
        </p:nvSpPr>
        <p:spPr>
          <a:xfrm>
            <a:off x="838200" y="1258529"/>
            <a:ext cx="10515600" cy="4918434"/>
          </a:xfrm>
        </p:spPr>
        <p:txBody>
          <a:bodyPr/>
          <a:lstStyle/>
          <a:p>
            <a:r>
              <a:rPr lang="en-US" dirty="0"/>
              <a:t>Regular backups and security checks are recommended to protect sensitive employee information.</a:t>
            </a:r>
          </a:p>
          <a:p>
            <a:r>
              <a:rPr lang="en-US" dirty="0"/>
              <a:t>Management should use system reports(Analytics) to analyze employee performance, leave trends, and departmental workload.</a:t>
            </a:r>
          </a:p>
          <a:p>
            <a:r>
              <a:rPr lang="en-US" dirty="0"/>
              <a:t>Offer training program for roles requiring high qualifications</a:t>
            </a:r>
            <a:endParaRPr lang="en-IN" dirty="0"/>
          </a:p>
          <a:p>
            <a:r>
              <a:rPr lang="en-IN" dirty="0"/>
              <a:t>Automate </a:t>
            </a:r>
            <a:r>
              <a:rPr lang="en-US" dirty="0"/>
              <a:t>payroll to minimize the manual errors and speed  up processing</a:t>
            </a:r>
          </a:p>
        </p:txBody>
      </p:sp>
    </p:spTree>
    <p:extLst>
      <p:ext uri="{BB962C8B-B14F-4D97-AF65-F5344CB8AC3E}">
        <p14:creationId xmlns:p14="http://schemas.microsoft.com/office/powerpoint/2010/main" val="2020120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194EA-B0D3-E90A-FAB4-C4F45D012DA0}"/>
              </a:ext>
            </a:extLst>
          </p:cNvPr>
          <p:cNvSpPr>
            <a:spLocks noGrp="1"/>
          </p:cNvSpPr>
          <p:nvPr>
            <p:ph type="title"/>
          </p:nvPr>
        </p:nvSpPr>
        <p:spPr>
          <a:xfrm>
            <a:off x="838200" y="365125"/>
            <a:ext cx="10515600" cy="745920"/>
          </a:xfrm>
        </p:spPr>
        <p:txBody>
          <a:bodyPr>
            <a:normAutofit/>
          </a:bodyPr>
          <a:lstStyle/>
          <a:p>
            <a:r>
              <a:rPr lang="en-IN" b="1" dirty="0">
                <a:solidFill>
                  <a:srgbClr val="FF0000"/>
                </a:solidFill>
              </a:rPr>
              <a:t>Conclusion</a:t>
            </a:r>
          </a:p>
        </p:txBody>
      </p:sp>
      <p:sp>
        <p:nvSpPr>
          <p:cNvPr id="3" name="Text Placeholder 2">
            <a:extLst>
              <a:ext uri="{FF2B5EF4-FFF2-40B4-BE49-F238E27FC236}">
                <a16:creationId xmlns:a16="http://schemas.microsoft.com/office/drawing/2014/main" id="{4C512F1B-F677-0F46-76AB-617096F5C2F7}"/>
              </a:ext>
            </a:extLst>
          </p:cNvPr>
          <p:cNvSpPr>
            <a:spLocks noGrp="1"/>
          </p:cNvSpPr>
          <p:nvPr>
            <p:ph type="body" idx="1"/>
          </p:nvPr>
        </p:nvSpPr>
        <p:spPr>
          <a:xfrm>
            <a:off x="838200" y="1297858"/>
            <a:ext cx="10515600" cy="4879105"/>
          </a:xfrm>
        </p:spPr>
        <p:txBody>
          <a:bodyPr/>
          <a:lstStyle/>
          <a:p>
            <a:r>
              <a:rPr lang="en-US" dirty="0"/>
              <a:t>The Employee Management System successfully demonstrates how SQL can handle and analyze large employee datasets.</a:t>
            </a:r>
          </a:p>
          <a:p>
            <a:r>
              <a:rPr lang="en-US" dirty="0"/>
              <a:t>It reduces manual effort, improves data accuracy, and enhances efficiency.</a:t>
            </a:r>
          </a:p>
          <a:p>
            <a:r>
              <a:rPr lang="en-US" dirty="0"/>
              <a:t>The system supports better decision-making and transparency, making it an effective solution for modern organizations.</a:t>
            </a:r>
            <a:endParaRPr lang="en-IN" dirty="0"/>
          </a:p>
        </p:txBody>
      </p:sp>
    </p:spTree>
    <p:extLst>
      <p:ext uri="{BB962C8B-B14F-4D97-AF65-F5344CB8AC3E}">
        <p14:creationId xmlns:p14="http://schemas.microsoft.com/office/powerpoint/2010/main" val="3899829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455</Words>
  <Application>Microsoft Office PowerPoint</Application>
  <PresentationFormat>Widescreen</PresentationFormat>
  <Paragraphs>45</Paragraphs>
  <Slides>29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Calibri</vt:lpstr>
      <vt:lpstr>Arial</vt:lpstr>
      <vt:lpstr>Lato Black</vt:lpstr>
      <vt:lpstr>Libre Baskerville</vt:lpstr>
      <vt:lpstr>Office Theme</vt:lpstr>
      <vt:lpstr>PowerPoint Presentation</vt:lpstr>
      <vt:lpstr>PowerPoint Presentation</vt:lpstr>
      <vt:lpstr>Agenda (This should be the PPT flow)  </vt:lpstr>
      <vt:lpstr>Objective of the Project  </vt:lpstr>
      <vt:lpstr>ER Diagram and schema explanation</vt:lpstr>
      <vt:lpstr>Key analysis questions (use cases)</vt:lpstr>
      <vt:lpstr>PowerPoint Presentation</vt:lpstr>
      <vt:lpstr>PowerPoint Presentation</vt:lpstr>
      <vt:lpstr>PowerPoint Presentation</vt:lpstr>
      <vt:lpstr>Job roles and Department Analysis</vt:lpstr>
      <vt:lpstr>PowerPoint Presentation</vt:lpstr>
      <vt:lpstr>PowerPoint Presentation</vt:lpstr>
      <vt:lpstr>PowerPoint Presentation</vt:lpstr>
      <vt:lpstr>3. QUALIFICATION AND SKILLS ANALYSIS</vt:lpstr>
      <vt:lpstr>PowerPoint Presentation</vt:lpstr>
      <vt:lpstr>PowerPoint Presentation</vt:lpstr>
      <vt:lpstr>4. LEAVE AND ABSENCE PATTERNS</vt:lpstr>
      <vt:lpstr>PowerPoint Presentation</vt:lpstr>
      <vt:lpstr>PowerPoint Presentation</vt:lpstr>
      <vt:lpstr>PowerPoint Presentation</vt:lpstr>
      <vt:lpstr>PowerPoint Presentation</vt:lpstr>
      <vt:lpstr>5. PAYROLL AND COMPENSATION ANALYSIS</vt:lpstr>
      <vt:lpstr>PowerPoint Presentation</vt:lpstr>
      <vt:lpstr>PowerPoint Presentation</vt:lpstr>
      <vt:lpstr>PowerPoint Presentation</vt:lpstr>
      <vt:lpstr>Final business insights and recommendations </vt:lpstr>
      <vt:lpstr>Business 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Basavaraju sreepada Dathu</cp:lastModifiedBy>
  <cp:revision>2</cp:revision>
  <dcterms:created xsi:type="dcterms:W3CDTF">2021-02-16T05:19:01Z</dcterms:created>
  <dcterms:modified xsi:type="dcterms:W3CDTF">2026-01-20T12:33:03Z</dcterms:modified>
</cp:coreProperties>
</file>